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y="10287000" cx="18288000"/>
  <p:notesSz cx="6858000" cy="9144000"/>
  <p:embeddedFontLst>
    <p:embeddedFont>
      <p:font typeface="Anton"/>
      <p:regular r:id="rId57"/>
    </p:embeddedFont>
    <p:embeddedFont>
      <p:font typeface="Fraunces"/>
      <p:regular r:id="rId58"/>
      <p:bold r:id="rId59"/>
      <p:italic r:id="rId60"/>
      <p:boldItalic r:id="rId61"/>
    </p:embeddedFont>
    <p:embeddedFont>
      <p:font typeface="Noto Sans"/>
      <p:bold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64" roundtripDataSignature="AMtx7mhItiUwpyMRb/cKWHEK27BplN5f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EEEACBA-14F1-481E-9B90-964635DD4605}">
  <a:tblStyle styleId="{1EEEACBA-14F1-481E-9B90-964635DD460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NotoSans-bold.fntdata"/><Relationship Id="rId61" Type="http://schemas.openxmlformats.org/officeDocument/2006/relationships/font" Target="fonts/Fraunces-boldItalic.fntdata"/><Relationship Id="rId20" Type="http://schemas.openxmlformats.org/officeDocument/2006/relationships/slide" Target="slides/slide14.xml"/><Relationship Id="rId64" Type="http://customschemas.google.com/relationships/presentationmetadata" Target="metadata"/><Relationship Id="rId63" Type="http://schemas.openxmlformats.org/officeDocument/2006/relationships/font" Target="fonts/NotoSans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Fraunces-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Anton-regular.fntdata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Fraunces-bold.fntdata"/><Relationship Id="rId14" Type="http://schemas.openxmlformats.org/officeDocument/2006/relationships/slide" Target="slides/slide8.xml"/><Relationship Id="rId58" Type="http://schemas.openxmlformats.org/officeDocument/2006/relationships/font" Target="fonts/Fraunces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5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5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5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6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3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3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3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3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3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3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.png"/><Relationship Id="rId4" Type="http://schemas.openxmlformats.org/officeDocument/2006/relationships/image" Target="../media/image13.jpg"/><Relationship Id="rId5" Type="http://schemas.openxmlformats.org/officeDocument/2006/relationships/image" Target="../media/image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.png"/><Relationship Id="rId4" Type="http://schemas.openxmlformats.org/officeDocument/2006/relationships/image" Target="../media/image17.jpg"/><Relationship Id="rId5" Type="http://schemas.openxmlformats.org/officeDocument/2006/relationships/image" Target="../media/image4.png"/><Relationship Id="rId6" Type="http://schemas.openxmlformats.org/officeDocument/2006/relationships/image" Target="../media/image1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-1089707" y="3903394"/>
            <a:ext cx="20216512" cy="1899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81" u="none" cap="none" strike="noStrike">
                <a:solidFill>
                  <a:srgbClr val="FFD21F"/>
                </a:solidFill>
                <a:latin typeface="Noto Sans"/>
                <a:ea typeface="Noto Sans"/>
                <a:cs typeface="Noto Sans"/>
                <a:sym typeface="Noto Sans"/>
              </a:rPr>
              <a:t>Triển khai thuật toán Dijkstra trong việc </a:t>
            </a:r>
            <a:endParaRPr/>
          </a:p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81" u="none" cap="none" strike="noStrike">
                <a:solidFill>
                  <a:srgbClr val="FFD21F"/>
                </a:solidFill>
                <a:latin typeface="Noto Sans"/>
                <a:ea typeface="Noto Sans"/>
                <a:cs typeface="Noto Sans"/>
                <a:sym typeface="Noto Sans"/>
              </a:rPr>
              <a:t>giải bài toán tìm lối thoát mê cung</a:t>
            </a:r>
            <a:endParaRPr/>
          </a:p>
        </p:txBody>
      </p:sp>
      <p:grpSp>
        <p:nvGrpSpPr>
          <p:cNvPr id="86" name="Google Shape;86;p1"/>
          <p:cNvGrpSpPr/>
          <p:nvPr/>
        </p:nvGrpSpPr>
        <p:grpSpPr>
          <a:xfrm>
            <a:off x="268478" y="2651"/>
            <a:ext cx="10972581" cy="1687711"/>
            <a:chOff x="0" y="-38100"/>
            <a:chExt cx="2889898" cy="444500"/>
          </a:xfrm>
        </p:grpSpPr>
        <p:sp>
          <p:nvSpPr>
            <p:cNvPr id="87" name="Google Shape;87;p1"/>
            <p:cNvSpPr/>
            <p:nvPr/>
          </p:nvSpPr>
          <p:spPr>
            <a:xfrm>
              <a:off x="0" y="0"/>
              <a:ext cx="2889898" cy="406400"/>
            </a:xfrm>
            <a:custGeom>
              <a:rect b="b" l="l" r="r" t="t"/>
              <a:pathLst>
                <a:path extrusionOk="0" h="406400" w="2889898">
                  <a:moveTo>
                    <a:pt x="0" y="0"/>
                  </a:moveTo>
                  <a:lnTo>
                    <a:pt x="2889898" y="0"/>
                  </a:lnTo>
                  <a:lnTo>
                    <a:pt x="2889898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F4974"/>
            </a:solidFill>
            <a:ln>
              <a:noFill/>
            </a:ln>
          </p:spPr>
        </p:sp>
        <p:sp>
          <p:nvSpPr>
            <p:cNvPr id="88" name="Google Shape;88;p1"/>
            <p:cNvSpPr txBox="1"/>
            <p:nvPr/>
          </p:nvSpPr>
          <p:spPr>
            <a:xfrm>
              <a:off x="0" y="-38100"/>
              <a:ext cx="2889898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" name="Google Shape;89;p1"/>
          <p:cNvSpPr txBox="1"/>
          <p:nvPr/>
        </p:nvSpPr>
        <p:spPr>
          <a:xfrm>
            <a:off x="478342" y="7877811"/>
            <a:ext cx="8665658" cy="104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4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Nhóm 5 anh em siêu nhân</a:t>
            </a:r>
            <a:endParaRPr/>
          </a:p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24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Giảng viên hướng dẫn: TS. Nguyễn Viết Hưng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532281" y="500446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"/>
          <p:cNvSpPr txBox="1"/>
          <p:nvPr/>
        </p:nvSpPr>
        <p:spPr>
          <a:xfrm>
            <a:off x="4533126" y="2410912"/>
            <a:ext cx="9221748" cy="13317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1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Khoa Công Nghệ Thông Tin ​</a:t>
            </a:r>
            <a:endParaRPr/>
          </a:p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1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Học phần: Lý Thuyết Đồ Thị &amp; Ứng Dụng​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7" name="Google Shape;97;p2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98" name="Google Shape;98;p2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9" name="Google Shape;99;p2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" name="Google Shape;100;p2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101" name="Google Shape;101;p2"/>
          <p:cNvGraphicFramePr/>
          <p:nvPr/>
        </p:nvGraphicFramePr>
        <p:xfrm>
          <a:off x="1360539" y="28101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1267475"/>
                <a:gridCol w="4704875"/>
                <a:gridCol w="3004650"/>
                <a:gridCol w="6589925"/>
              </a:tblGrid>
              <a:tr h="1024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STT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Họ và tên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MSSV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Nhiệm vụ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178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Nguyễn Nhất Xuân 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50.01.103.091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Nhóm trưởng. Kiểm thử chức năng và xử lý lỗi, phát triển GUI, viết báo cáo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78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Phạm Ngọc Mỹ Huyền 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50.01.103.028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Xử lý mê cung: lập trình chức năng xử lý dữ liệu mê cung, viết báo cáo và kiểm thử. Thuyết trình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78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Nguyễn Bình Phương Mi 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50.01.103.039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Xây dựng giao diện (GUI): thiết kế giao diện, viết báo cáo và kiểm thử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78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Thạch Võ Diễm Ngọc 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50.01.103.050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Thuật toán Dijkstra: triển khai thuật toán, viết báo cáo và kiểm thử. Thuyết trình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78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Phùng Thị Mỹ Quyên 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50.01.103.063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Thiết kế slide trình bày, xây dựng hàm main, viết báo cáo và kiểm thử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2" name="Google Shape;102;p2"/>
          <p:cNvSpPr txBox="1"/>
          <p:nvPr/>
        </p:nvSpPr>
        <p:spPr>
          <a:xfrm>
            <a:off x="6136067" y="1645164"/>
            <a:ext cx="6015867" cy="9264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67" u="none" cap="none" strike="noStrike">
                <a:solidFill>
                  <a:srgbClr val="0F4974"/>
                </a:solidFill>
                <a:latin typeface="Arial"/>
                <a:ea typeface="Arial"/>
                <a:cs typeface="Arial"/>
                <a:sym typeface="Arial"/>
              </a:rPr>
              <a:t>Thành viên nhóm 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8" name="Google Shape;108;p3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109" name="Google Shape;109;p3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0" name="Google Shape;110;p3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3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3"/>
          <p:cNvSpPr txBox="1"/>
          <p:nvPr/>
        </p:nvSpPr>
        <p:spPr>
          <a:xfrm>
            <a:off x="1996168" y="1846975"/>
            <a:ext cx="2854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Ký hiệu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2008604" y="3123203"/>
            <a:ext cx="3647149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Vị trí bắt đầu</a:t>
            </a:r>
            <a:endParaRPr/>
          </a:p>
        </p:txBody>
      </p:sp>
      <p:graphicFrame>
        <p:nvGraphicFramePr>
          <p:cNvPr id="114" name="Google Shape;114;p3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832825"/>
              </a:tblGrid>
              <a:tr h="866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3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13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endParaRPr sz="1100" u="none" cap="none" strike="noStrike"/>
                    </a:p>
                  </a:txBody>
                  <a:tcPr marT="159625" marB="159625" marR="159625" marL="15962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D957"/>
                    </a:solidFill>
                  </a:tcPr>
                </a:tc>
              </a:tr>
            </a:tbl>
          </a:graphicData>
        </a:graphic>
      </p:graphicFrame>
      <p:sp>
        <p:nvSpPr>
          <p:cNvPr id="115" name="Google Shape;115;p3"/>
          <p:cNvSpPr txBox="1"/>
          <p:nvPr/>
        </p:nvSpPr>
        <p:spPr>
          <a:xfrm>
            <a:off x="2062656" y="4499229"/>
            <a:ext cx="3741559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Vị trí kết thúc</a:t>
            </a:r>
            <a:endParaRPr/>
          </a:p>
        </p:txBody>
      </p:sp>
      <p:graphicFrame>
        <p:nvGraphicFramePr>
          <p:cNvPr id="116" name="Google Shape;116;p3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832825"/>
              </a:tblGrid>
              <a:tr h="876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3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13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59625" marB="159625" marR="159625" marL="15962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A3E"/>
                    </a:solidFill>
                  </a:tcPr>
                </a:tc>
              </a:tr>
            </a:tbl>
          </a:graphicData>
        </a:graphic>
      </p:graphicFrame>
      <p:sp>
        <p:nvSpPr>
          <p:cNvPr id="117" name="Google Shape;117;p3"/>
          <p:cNvSpPr txBox="1"/>
          <p:nvPr/>
        </p:nvSpPr>
        <p:spPr>
          <a:xfrm>
            <a:off x="2058897" y="5754913"/>
            <a:ext cx="271512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Tường</a:t>
            </a:r>
            <a:endParaRPr/>
          </a:p>
        </p:txBody>
      </p:sp>
      <p:graphicFrame>
        <p:nvGraphicFramePr>
          <p:cNvPr id="118" name="Google Shape;118;p3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845425"/>
              </a:tblGrid>
              <a:tr h="84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263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59625" marB="159625" marR="159625" marL="159625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sp>
        <p:nvSpPr>
          <p:cNvPr id="119" name="Google Shape;119;p3"/>
          <p:cNvSpPr txBox="1"/>
          <p:nvPr/>
        </p:nvSpPr>
        <p:spPr>
          <a:xfrm>
            <a:off x="1989152" y="6924546"/>
            <a:ext cx="2854610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Đường đi</a:t>
            </a:r>
            <a:endParaRPr/>
          </a:p>
        </p:txBody>
      </p:sp>
      <p:graphicFrame>
        <p:nvGraphicFramePr>
          <p:cNvPr id="120" name="Google Shape;120;p3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827100"/>
              </a:tblGrid>
              <a:tr h="845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8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48950" marB="148950" marR="148950" marL="14895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1" name="Google Shape;121;p3"/>
          <p:cNvSpPr txBox="1"/>
          <p:nvPr/>
        </p:nvSpPr>
        <p:spPr>
          <a:xfrm>
            <a:off x="2011083" y="8154482"/>
            <a:ext cx="4247496" cy="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Đường đi tối ưu</a:t>
            </a:r>
            <a:endParaRPr/>
          </a:p>
        </p:txBody>
      </p:sp>
      <p:graphicFrame>
        <p:nvGraphicFramePr>
          <p:cNvPr id="122" name="Google Shape;122;p3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831200"/>
              </a:tblGrid>
              <a:tr h="867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9845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48950" marB="148950" marR="148950" marL="14895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F6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3" name="Google Shape;123;p3"/>
          <p:cNvGraphicFramePr/>
          <p:nvPr/>
        </p:nvGraphicFramePr>
        <p:xfrm>
          <a:off x="7231133" y="208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D957"/>
                    </a:solidFill>
                  </a:tcPr>
                </a:tc>
              </a:tr>
              <a:tr h="958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9" name="Google Shape;129;p4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130" name="Google Shape;130;p4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1" name="Google Shape;131;p4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4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133" name="Google Shape;133;p4"/>
          <p:cNvGraphicFramePr/>
          <p:nvPr/>
        </p:nvGraphicFramePr>
        <p:xfrm>
          <a:off x="2020529" y="2455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ED957"/>
                    </a:solidFill>
                  </a:tcPr>
                </a:tc>
              </a:tr>
              <a:tr h="958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cxnSp>
        <p:nvCxnSpPr>
          <p:cNvPr id="134" name="Google Shape;134;p4"/>
          <p:cNvCxnSpPr/>
          <p:nvPr/>
        </p:nvCxnSpPr>
        <p:spPr>
          <a:xfrm>
            <a:off x="10504704" y="441375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" name="Google Shape;135;p4"/>
          <p:cNvCxnSpPr/>
          <p:nvPr/>
        </p:nvCxnSpPr>
        <p:spPr>
          <a:xfrm>
            <a:off x="10504704" y="585710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6" name="Google Shape;136;p4"/>
          <p:cNvGrpSpPr/>
          <p:nvPr/>
        </p:nvGrpSpPr>
        <p:grpSpPr>
          <a:xfrm>
            <a:off x="10314676" y="7146832"/>
            <a:ext cx="5436989" cy="2184645"/>
            <a:chOff x="1197701" y="-76200"/>
            <a:chExt cx="7249319" cy="2912859"/>
          </a:xfrm>
        </p:grpSpPr>
        <p:sp>
          <p:nvSpPr>
            <p:cNvPr id="137" name="Google Shape;137;p4"/>
            <p:cNvSpPr txBox="1"/>
            <p:nvPr/>
          </p:nvSpPr>
          <p:spPr>
            <a:xfrm>
              <a:off x="1197701" y="-76200"/>
              <a:ext cx="418326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đang xử lý </a:t>
              </a:r>
              <a:endParaRPr/>
            </a:p>
          </p:txBody>
        </p:sp>
        <p:sp>
          <p:nvSpPr>
            <p:cNvPr id="138" name="Google Shape;138;p4"/>
            <p:cNvSpPr txBox="1"/>
            <p:nvPr/>
          </p:nvSpPr>
          <p:spPr>
            <a:xfrm>
              <a:off x="1197701" y="1956126"/>
              <a:ext cx="7249319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kề không phải tường</a:t>
              </a:r>
              <a:endParaRPr/>
            </a:p>
          </p:txBody>
        </p:sp>
        <p:sp>
          <p:nvSpPr>
            <p:cNvPr id="139" name="Google Shape;139;p4"/>
            <p:cNvSpPr txBox="1"/>
            <p:nvPr/>
          </p:nvSpPr>
          <p:spPr>
            <a:xfrm>
              <a:off x="1197701" y="939963"/>
              <a:ext cx="338951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đã xử lý </a:t>
              </a:r>
              <a:endParaRPr/>
            </a:p>
          </p:txBody>
        </p:sp>
      </p:grpSp>
      <p:graphicFrame>
        <p:nvGraphicFramePr>
          <p:cNvPr id="140" name="Google Shape;140;p4"/>
          <p:cNvGraphicFramePr/>
          <p:nvPr/>
        </p:nvGraphicFramePr>
        <p:xfrm>
          <a:off x="0" y="15194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1" name="Google Shape;141;p4"/>
          <p:cNvGraphicFramePr/>
          <p:nvPr/>
        </p:nvGraphicFramePr>
        <p:xfrm>
          <a:off x="0" y="759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2" name="Google Shape;142;p4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</a:tbl>
          </a:graphicData>
        </a:graphic>
      </p:graphicFrame>
      <p:sp>
        <p:nvSpPr>
          <p:cNvPr id="143" name="Google Shape;143;p4"/>
          <p:cNvSpPr txBox="1"/>
          <p:nvPr/>
        </p:nvSpPr>
        <p:spPr>
          <a:xfrm>
            <a:off x="11721602" y="3210955"/>
            <a:ext cx="405844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Queue:</a:t>
            </a:r>
            <a:endParaRPr/>
          </a:p>
        </p:txBody>
      </p:sp>
      <p:sp>
        <p:nvSpPr>
          <p:cNvPr id="144" name="Google Shape;144;p4"/>
          <p:cNvSpPr txBox="1"/>
          <p:nvPr/>
        </p:nvSpPr>
        <p:spPr>
          <a:xfrm>
            <a:off x="1038225" y="1411025"/>
            <a:ext cx="11721602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Khởi tạo: Bắt đầu từ S(2,1), dist = 0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10504704" y="4851400"/>
            <a:ext cx="1693634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(2,1,0)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51" name="Google Shape;151;p5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152" name="Google Shape;152;p5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53" name="Google Shape;153;p5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4" name="Google Shape;154;p5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155" name="Google Shape;155;p5"/>
          <p:cNvGraphicFramePr/>
          <p:nvPr/>
        </p:nvGraphicFramePr>
        <p:xfrm>
          <a:off x="2020529" y="2455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8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  <a:tr h="958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cxnSp>
        <p:nvCxnSpPr>
          <p:cNvPr id="156" name="Google Shape;156;p5"/>
          <p:cNvCxnSpPr/>
          <p:nvPr/>
        </p:nvCxnSpPr>
        <p:spPr>
          <a:xfrm>
            <a:off x="10504704" y="441375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" name="Google Shape;157;p5"/>
          <p:cNvCxnSpPr/>
          <p:nvPr/>
        </p:nvCxnSpPr>
        <p:spPr>
          <a:xfrm>
            <a:off x="10504704" y="585710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5"/>
          <p:cNvSpPr txBox="1"/>
          <p:nvPr/>
        </p:nvSpPr>
        <p:spPr>
          <a:xfrm>
            <a:off x="11721602" y="3210955"/>
            <a:ext cx="405844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Queue:</a:t>
            </a:r>
            <a:endParaRPr/>
          </a:p>
        </p:txBody>
      </p:sp>
      <p:sp>
        <p:nvSpPr>
          <p:cNvPr id="159" name="Google Shape;159;p5"/>
          <p:cNvSpPr txBox="1"/>
          <p:nvPr/>
        </p:nvSpPr>
        <p:spPr>
          <a:xfrm>
            <a:off x="935583" y="1411025"/>
            <a:ext cx="4920853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1: Xử lý (2,1)</a:t>
            </a:r>
            <a:endParaRPr/>
          </a:p>
        </p:txBody>
      </p:sp>
      <p:grpSp>
        <p:nvGrpSpPr>
          <p:cNvPr id="160" name="Google Shape;160;p5"/>
          <p:cNvGrpSpPr/>
          <p:nvPr/>
        </p:nvGrpSpPr>
        <p:grpSpPr>
          <a:xfrm>
            <a:off x="10324201" y="7146832"/>
            <a:ext cx="5436989" cy="2184645"/>
            <a:chOff x="1197701" y="-76200"/>
            <a:chExt cx="7249319" cy="2912859"/>
          </a:xfrm>
        </p:grpSpPr>
        <p:sp>
          <p:nvSpPr>
            <p:cNvPr id="161" name="Google Shape;161;p5"/>
            <p:cNvSpPr txBox="1"/>
            <p:nvPr/>
          </p:nvSpPr>
          <p:spPr>
            <a:xfrm>
              <a:off x="1197701" y="-76200"/>
              <a:ext cx="418326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đang xử lý </a:t>
              </a:r>
              <a:endParaRPr/>
            </a:p>
          </p:txBody>
        </p:sp>
        <p:sp>
          <p:nvSpPr>
            <p:cNvPr id="162" name="Google Shape;162;p5"/>
            <p:cNvSpPr txBox="1"/>
            <p:nvPr/>
          </p:nvSpPr>
          <p:spPr>
            <a:xfrm>
              <a:off x="1197701" y="1956126"/>
              <a:ext cx="7249319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kề không phải tường</a:t>
              </a:r>
              <a:endParaRPr/>
            </a:p>
          </p:txBody>
        </p:sp>
        <p:sp>
          <p:nvSpPr>
            <p:cNvPr id="163" name="Google Shape;163;p5"/>
            <p:cNvSpPr txBox="1"/>
            <p:nvPr/>
          </p:nvSpPr>
          <p:spPr>
            <a:xfrm>
              <a:off x="1197701" y="939963"/>
              <a:ext cx="338951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đã xử lý </a:t>
              </a:r>
              <a:endParaRPr/>
            </a:p>
          </p:txBody>
        </p:sp>
      </p:grpSp>
      <p:graphicFrame>
        <p:nvGraphicFramePr>
          <p:cNvPr id="164" name="Google Shape;164;p5"/>
          <p:cNvGraphicFramePr/>
          <p:nvPr/>
        </p:nvGraphicFramePr>
        <p:xfrm>
          <a:off x="0" y="15194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5" name="Google Shape;165;p5"/>
          <p:cNvGraphicFramePr/>
          <p:nvPr/>
        </p:nvGraphicFramePr>
        <p:xfrm>
          <a:off x="0" y="759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6" name="Google Shape;166;p5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</a:tbl>
          </a:graphicData>
        </a:graphic>
      </p:graphicFrame>
      <p:sp>
        <p:nvSpPr>
          <p:cNvPr id="167" name="Google Shape;167;p5"/>
          <p:cNvSpPr txBox="1"/>
          <p:nvPr/>
        </p:nvSpPr>
        <p:spPr>
          <a:xfrm>
            <a:off x="6089662" y="4851400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(2,2,1)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3" name="Google Shape;173;p6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174" name="Google Shape;174;p6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5" name="Google Shape;175;p6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6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177" name="Google Shape;177;p6"/>
          <p:cNvGraphicFramePr/>
          <p:nvPr/>
        </p:nvGraphicFramePr>
        <p:xfrm>
          <a:off x="2020529" y="2455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  <a:tr h="958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cxnSp>
        <p:nvCxnSpPr>
          <p:cNvPr id="178" name="Google Shape;178;p6"/>
          <p:cNvCxnSpPr/>
          <p:nvPr/>
        </p:nvCxnSpPr>
        <p:spPr>
          <a:xfrm>
            <a:off x="10504704" y="441375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6"/>
          <p:cNvCxnSpPr/>
          <p:nvPr/>
        </p:nvCxnSpPr>
        <p:spPr>
          <a:xfrm>
            <a:off x="10504704" y="585710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6"/>
          <p:cNvSpPr txBox="1"/>
          <p:nvPr/>
        </p:nvSpPr>
        <p:spPr>
          <a:xfrm>
            <a:off x="11712077" y="3210955"/>
            <a:ext cx="405844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Queue:</a:t>
            </a:r>
            <a:endParaRPr/>
          </a:p>
        </p:txBody>
      </p:sp>
      <p:grpSp>
        <p:nvGrpSpPr>
          <p:cNvPr id="181" name="Google Shape;181;p6"/>
          <p:cNvGrpSpPr/>
          <p:nvPr/>
        </p:nvGrpSpPr>
        <p:grpSpPr>
          <a:xfrm>
            <a:off x="10324201" y="7146832"/>
            <a:ext cx="5436989" cy="2184645"/>
            <a:chOff x="1197701" y="-76200"/>
            <a:chExt cx="7249319" cy="2912859"/>
          </a:xfrm>
        </p:grpSpPr>
        <p:sp>
          <p:nvSpPr>
            <p:cNvPr id="182" name="Google Shape;182;p6"/>
            <p:cNvSpPr txBox="1"/>
            <p:nvPr/>
          </p:nvSpPr>
          <p:spPr>
            <a:xfrm>
              <a:off x="1197701" y="-76200"/>
              <a:ext cx="418326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đang xử lý </a:t>
              </a:r>
              <a:endParaRPr/>
            </a:p>
          </p:txBody>
        </p:sp>
        <p:sp>
          <p:nvSpPr>
            <p:cNvPr id="183" name="Google Shape;183;p6"/>
            <p:cNvSpPr txBox="1"/>
            <p:nvPr/>
          </p:nvSpPr>
          <p:spPr>
            <a:xfrm>
              <a:off x="1197701" y="1956126"/>
              <a:ext cx="7249319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kề không phải tường</a:t>
              </a:r>
              <a:endParaRPr/>
            </a:p>
          </p:txBody>
        </p:sp>
        <p:sp>
          <p:nvSpPr>
            <p:cNvPr id="184" name="Google Shape;184;p6"/>
            <p:cNvSpPr txBox="1"/>
            <p:nvPr/>
          </p:nvSpPr>
          <p:spPr>
            <a:xfrm>
              <a:off x="1197701" y="939963"/>
              <a:ext cx="338951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đã xử lý </a:t>
              </a:r>
              <a:endParaRPr/>
            </a:p>
          </p:txBody>
        </p:sp>
      </p:grpSp>
      <p:graphicFrame>
        <p:nvGraphicFramePr>
          <p:cNvPr id="185" name="Google Shape;185;p6"/>
          <p:cNvGraphicFramePr/>
          <p:nvPr/>
        </p:nvGraphicFramePr>
        <p:xfrm>
          <a:off x="0" y="15194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6" name="Google Shape;186;p6"/>
          <p:cNvGraphicFramePr/>
          <p:nvPr/>
        </p:nvGraphicFramePr>
        <p:xfrm>
          <a:off x="0" y="759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7" name="Google Shape;187;p6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</a:tbl>
          </a:graphicData>
        </a:graphic>
      </p:graphicFrame>
      <p:sp>
        <p:nvSpPr>
          <p:cNvPr id="188" name="Google Shape;188;p6"/>
          <p:cNvSpPr txBox="1"/>
          <p:nvPr/>
        </p:nvSpPr>
        <p:spPr>
          <a:xfrm>
            <a:off x="6089662" y="4851400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(2,2,1)</a:t>
            </a:r>
            <a:endParaRPr/>
          </a:p>
        </p:txBody>
      </p:sp>
      <p:sp>
        <p:nvSpPr>
          <p:cNvPr id="189" name="Google Shape;189;p6"/>
          <p:cNvSpPr txBox="1"/>
          <p:nvPr/>
        </p:nvSpPr>
        <p:spPr>
          <a:xfrm>
            <a:off x="935583" y="1411025"/>
            <a:ext cx="4920853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1: Xử lý (2,1)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5" name="Google Shape;195;p7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196" name="Google Shape;196;p7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7" name="Google Shape;197;p7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7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199" name="Google Shape;199;p7"/>
          <p:cNvGraphicFramePr/>
          <p:nvPr/>
        </p:nvGraphicFramePr>
        <p:xfrm>
          <a:off x="2020529" y="2455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  <a:tr h="1004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8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cxnSp>
        <p:nvCxnSpPr>
          <p:cNvPr id="200" name="Google Shape;200;p7"/>
          <p:cNvCxnSpPr/>
          <p:nvPr/>
        </p:nvCxnSpPr>
        <p:spPr>
          <a:xfrm>
            <a:off x="10504704" y="441375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7"/>
          <p:cNvCxnSpPr/>
          <p:nvPr/>
        </p:nvCxnSpPr>
        <p:spPr>
          <a:xfrm>
            <a:off x="10504704" y="585710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7"/>
          <p:cNvSpPr txBox="1"/>
          <p:nvPr/>
        </p:nvSpPr>
        <p:spPr>
          <a:xfrm>
            <a:off x="11721602" y="3210955"/>
            <a:ext cx="405844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Queue:</a:t>
            </a:r>
            <a:endParaRPr/>
          </a:p>
        </p:txBody>
      </p:sp>
      <p:grpSp>
        <p:nvGrpSpPr>
          <p:cNvPr id="203" name="Google Shape;203;p7"/>
          <p:cNvGrpSpPr/>
          <p:nvPr/>
        </p:nvGrpSpPr>
        <p:grpSpPr>
          <a:xfrm>
            <a:off x="10324201" y="7146832"/>
            <a:ext cx="5436989" cy="2184645"/>
            <a:chOff x="1197701" y="-76200"/>
            <a:chExt cx="7249319" cy="2912859"/>
          </a:xfrm>
        </p:grpSpPr>
        <p:sp>
          <p:nvSpPr>
            <p:cNvPr id="204" name="Google Shape;204;p7"/>
            <p:cNvSpPr txBox="1"/>
            <p:nvPr/>
          </p:nvSpPr>
          <p:spPr>
            <a:xfrm>
              <a:off x="1197701" y="-76200"/>
              <a:ext cx="418326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đang xử lý </a:t>
              </a:r>
              <a:endParaRPr/>
            </a:p>
          </p:txBody>
        </p:sp>
        <p:sp>
          <p:nvSpPr>
            <p:cNvPr id="205" name="Google Shape;205;p7"/>
            <p:cNvSpPr txBox="1"/>
            <p:nvPr/>
          </p:nvSpPr>
          <p:spPr>
            <a:xfrm>
              <a:off x="1197701" y="1956126"/>
              <a:ext cx="7249319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kề không phải tường</a:t>
              </a:r>
              <a:endParaRPr/>
            </a:p>
          </p:txBody>
        </p:sp>
        <p:sp>
          <p:nvSpPr>
            <p:cNvPr id="206" name="Google Shape;206;p7"/>
            <p:cNvSpPr txBox="1"/>
            <p:nvPr/>
          </p:nvSpPr>
          <p:spPr>
            <a:xfrm>
              <a:off x="1197701" y="939963"/>
              <a:ext cx="338951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đã xử lý </a:t>
              </a:r>
              <a:endParaRPr/>
            </a:p>
          </p:txBody>
        </p:sp>
      </p:grpSp>
      <p:graphicFrame>
        <p:nvGraphicFramePr>
          <p:cNvPr id="207" name="Google Shape;207;p7"/>
          <p:cNvGraphicFramePr/>
          <p:nvPr/>
        </p:nvGraphicFramePr>
        <p:xfrm>
          <a:off x="0" y="15194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8" name="Google Shape;208;p7"/>
          <p:cNvGraphicFramePr/>
          <p:nvPr/>
        </p:nvGraphicFramePr>
        <p:xfrm>
          <a:off x="0" y="759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9" name="Google Shape;209;p7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</a:tbl>
          </a:graphicData>
        </a:graphic>
      </p:graphicFrame>
      <p:sp>
        <p:nvSpPr>
          <p:cNvPr id="210" name="Google Shape;210;p7"/>
          <p:cNvSpPr txBox="1"/>
          <p:nvPr/>
        </p:nvSpPr>
        <p:spPr>
          <a:xfrm>
            <a:off x="6089662" y="4851400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(3,2,2)</a:t>
            </a:r>
            <a:endParaRPr/>
          </a:p>
        </p:txBody>
      </p:sp>
      <p:sp>
        <p:nvSpPr>
          <p:cNvPr id="211" name="Google Shape;211;p7"/>
          <p:cNvSpPr txBox="1"/>
          <p:nvPr/>
        </p:nvSpPr>
        <p:spPr>
          <a:xfrm>
            <a:off x="912416" y="1411025"/>
            <a:ext cx="4967189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2: Xử lý (2,2)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7" name="Google Shape;217;p8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218" name="Google Shape;218;p8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9" name="Google Shape;219;p8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8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221" name="Google Shape;221;p8"/>
          <p:cNvGraphicFramePr/>
          <p:nvPr/>
        </p:nvGraphicFramePr>
        <p:xfrm>
          <a:off x="2020529" y="2455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  <a:tr h="1004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cxnSp>
        <p:nvCxnSpPr>
          <p:cNvPr id="222" name="Google Shape;222;p8"/>
          <p:cNvCxnSpPr/>
          <p:nvPr/>
        </p:nvCxnSpPr>
        <p:spPr>
          <a:xfrm>
            <a:off x="10504704" y="441375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" name="Google Shape;223;p8"/>
          <p:cNvCxnSpPr/>
          <p:nvPr/>
        </p:nvCxnSpPr>
        <p:spPr>
          <a:xfrm>
            <a:off x="10504704" y="585710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8"/>
          <p:cNvSpPr txBox="1"/>
          <p:nvPr/>
        </p:nvSpPr>
        <p:spPr>
          <a:xfrm>
            <a:off x="11721602" y="3210955"/>
            <a:ext cx="405844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Queue:</a:t>
            </a:r>
            <a:endParaRPr/>
          </a:p>
        </p:txBody>
      </p:sp>
      <p:grpSp>
        <p:nvGrpSpPr>
          <p:cNvPr id="225" name="Google Shape;225;p8"/>
          <p:cNvGrpSpPr/>
          <p:nvPr/>
        </p:nvGrpSpPr>
        <p:grpSpPr>
          <a:xfrm>
            <a:off x="10324201" y="7146832"/>
            <a:ext cx="5436989" cy="2184645"/>
            <a:chOff x="1197701" y="-76200"/>
            <a:chExt cx="7249319" cy="2912859"/>
          </a:xfrm>
        </p:grpSpPr>
        <p:sp>
          <p:nvSpPr>
            <p:cNvPr id="226" name="Google Shape;226;p8"/>
            <p:cNvSpPr txBox="1"/>
            <p:nvPr/>
          </p:nvSpPr>
          <p:spPr>
            <a:xfrm>
              <a:off x="1197701" y="-76200"/>
              <a:ext cx="418326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đang xử lý </a:t>
              </a:r>
              <a:endParaRPr/>
            </a:p>
          </p:txBody>
        </p:sp>
        <p:sp>
          <p:nvSpPr>
            <p:cNvPr id="227" name="Google Shape;227;p8"/>
            <p:cNvSpPr txBox="1"/>
            <p:nvPr/>
          </p:nvSpPr>
          <p:spPr>
            <a:xfrm>
              <a:off x="1197701" y="1956126"/>
              <a:ext cx="7249319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kề không phải tường</a:t>
              </a:r>
              <a:endParaRPr/>
            </a:p>
          </p:txBody>
        </p:sp>
        <p:sp>
          <p:nvSpPr>
            <p:cNvPr id="228" name="Google Shape;228;p8"/>
            <p:cNvSpPr txBox="1"/>
            <p:nvPr/>
          </p:nvSpPr>
          <p:spPr>
            <a:xfrm>
              <a:off x="1197701" y="939963"/>
              <a:ext cx="338951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đã xử lý </a:t>
              </a:r>
              <a:endParaRPr/>
            </a:p>
          </p:txBody>
        </p:sp>
      </p:grpSp>
      <p:graphicFrame>
        <p:nvGraphicFramePr>
          <p:cNvPr id="229" name="Google Shape;229;p8"/>
          <p:cNvGraphicFramePr/>
          <p:nvPr/>
        </p:nvGraphicFramePr>
        <p:xfrm>
          <a:off x="0" y="15194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0" name="Google Shape;230;p8"/>
          <p:cNvGraphicFramePr/>
          <p:nvPr/>
        </p:nvGraphicFramePr>
        <p:xfrm>
          <a:off x="0" y="759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1" name="Google Shape;231;p8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</a:tbl>
          </a:graphicData>
        </a:graphic>
      </p:graphicFrame>
      <p:sp>
        <p:nvSpPr>
          <p:cNvPr id="232" name="Google Shape;232;p8"/>
          <p:cNvSpPr txBox="1"/>
          <p:nvPr/>
        </p:nvSpPr>
        <p:spPr>
          <a:xfrm>
            <a:off x="6089662" y="4851400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(3,2,2)</a:t>
            </a:r>
            <a:endParaRPr/>
          </a:p>
        </p:txBody>
      </p:sp>
      <p:sp>
        <p:nvSpPr>
          <p:cNvPr id="233" name="Google Shape;233;p8"/>
          <p:cNvSpPr txBox="1"/>
          <p:nvPr/>
        </p:nvSpPr>
        <p:spPr>
          <a:xfrm>
            <a:off x="912416" y="1411025"/>
            <a:ext cx="4967189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2: Xử lý (2,2)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9" name="Google Shape;239;p9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240" name="Google Shape;240;p9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41" name="Google Shape;241;p9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9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243" name="Google Shape;243;p9"/>
          <p:cNvGraphicFramePr/>
          <p:nvPr/>
        </p:nvGraphicFramePr>
        <p:xfrm>
          <a:off x="2020529" y="2455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8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8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cxnSp>
        <p:nvCxnSpPr>
          <p:cNvPr id="244" name="Google Shape;244;p9"/>
          <p:cNvCxnSpPr/>
          <p:nvPr/>
        </p:nvCxnSpPr>
        <p:spPr>
          <a:xfrm>
            <a:off x="10504704" y="441375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5" name="Google Shape;245;p9"/>
          <p:cNvCxnSpPr/>
          <p:nvPr/>
        </p:nvCxnSpPr>
        <p:spPr>
          <a:xfrm>
            <a:off x="10504704" y="585710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9"/>
          <p:cNvSpPr txBox="1"/>
          <p:nvPr/>
        </p:nvSpPr>
        <p:spPr>
          <a:xfrm>
            <a:off x="11721602" y="3210955"/>
            <a:ext cx="405844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Queue:</a:t>
            </a:r>
            <a:endParaRPr/>
          </a:p>
        </p:txBody>
      </p:sp>
      <p:grpSp>
        <p:nvGrpSpPr>
          <p:cNvPr id="247" name="Google Shape;247;p9"/>
          <p:cNvGrpSpPr/>
          <p:nvPr/>
        </p:nvGrpSpPr>
        <p:grpSpPr>
          <a:xfrm>
            <a:off x="10314676" y="7146832"/>
            <a:ext cx="5436989" cy="2184645"/>
            <a:chOff x="1197701" y="-76200"/>
            <a:chExt cx="7249319" cy="2912859"/>
          </a:xfrm>
        </p:grpSpPr>
        <p:sp>
          <p:nvSpPr>
            <p:cNvPr id="248" name="Google Shape;248;p9"/>
            <p:cNvSpPr txBox="1"/>
            <p:nvPr/>
          </p:nvSpPr>
          <p:spPr>
            <a:xfrm>
              <a:off x="1197701" y="-76200"/>
              <a:ext cx="418326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đang xử lý </a:t>
              </a:r>
              <a:endParaRPr/>
            </a:p>
          </p:txBody>
        </p:sp>
        <p:sp>
          <p:nvSpPr>
            <p:cNvPr id="249" name="Google Shape;249;p9"/>
            <p:cNvSpPr txBox="1"/>
            <p:nvPr/>
          </p:nvSpPr>
          <p:spPr>
            <a:xfrm>
              <a:off x="1197701" y="1956126"/>
              <a:ext cx="7249319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kề không phải tường</a:t>
              </a:r>
              <a:endParaRPr/>
            </a:p>
          </p:txBody>
        </p:sp>
        <p:sp>
          <p:nvSpPr>
            <p:cNvPr id="250" name="Google Shape;250;p9"/>
            <p:cNvSpPr txBox="1"/>
            <p:nvPr/>
          </p:nvSpPr>
          <p:spPr>
            <a:xfrm>
              <a:off x="1197701" y="939963"/>
              <a:ext cx="338951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đã xử lý </a:t>
              </a:r>
              <a:endParaRPr/>
            </a:p>
          </p:txBody>
        </p:sp>
      </p:grpSp>
      <p:graphicFrame>
        <p:nvGraphicFramePr>
          <p:cNvPr id="251" name="Google Shape;251;p9"/>
          <p:cNvGraphicFramePr/>
          <p:nvPr/>
        </p:nvGraphicFramePr>
        <p:xfrm>
          <a:off x="0" y="15194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2" name="Google Shape;252;p9"/>
          <p:cNvGraphicFramePr/>
          <p:nvPr/>
        </p:nvGraphicFramePr>
        <p:xfrm>
          <a:off x="0" y="759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3" name="Google Shape;253;p9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</a:tbl>
          </a:graphicData>
        </a:graphic>
      </p:graphicFrame>
      <p:sp>
        <p:nvSpPr>
          <p:cNvPr id="254" name="Google Shape;254;p9"/>
          <p:cNvSpPr txBox="1"/>
          <p:nvPr/>
        </p:nvSpPr>
        <p:spPr>
          <a:xfrm>
            <a:off x="6089662" y="4851400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(4,2,3)</a:t>
            </a:r>
            <a:endParaRPr/>
          </a:p>
        </p:txBody>
      </p:sp>
      <p:sp>
        <p:nvSpPr>
          <p:cNvPr id="255" name="Google Shape;255;p9"/>
          <p:cNvSpPr txBox="1"/>
          <p:nvPr/>
        </p:nvSpPr>
        <p:spPr>
          <a:xfrm>
            <a:off x="8371254" y="4843332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(3,3,3)</a:t>
            </a:r>
            <a:endParaRPr/>
          </a:p>
        </p:txBody>
      </p:sp>
      <p:sp>
        <p:nvSpPr>
          <p:cNvPr id="256" name="Google Shape;256;p9"/>
          <p:cNvSpPr txBox="1"/>
          <p:nvPr/>
        </p:nvSpPr>
        <p:spPr>
          <a:xfrm>
            <a:off x="900410" y="1411025"/>
            <a:ext cx="4991199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3: Xử lý (3,2)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2" name="Google Shape;262;p10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263" name="Google Shape;263;p10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64" name="Google Shape;264;p10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5" name="Google Shape;265;p10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266" name="Google Shape;266;p10"/>
          <p:cNvGraphicFramePr/>
          <p:nvPr/>
        </p:nvGraphicFramePr>
        <p:xfrm>
          <a:off x="2020529" y="2455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cxnSp>
        <p:nvCxnSpPr>
          <p:cNvPr id="267" name="Google Shape;267;p10"/>
          <p:cNvCxnSpPr/>
          <p:nvPr/>
        </p:nvCxnSpPr>
        <p:spPr>
          <a:xfrm>
            <a:off x="10504704" y="441375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8" name="Google Shape;268;p10"/>
          <p:cNvCxnSpPr/>
          <p:nvPr/>
        </p:nvCxnSpPr>
        <p:spPr>
          <a:xfrm>
            <a:off x="10504704" y="585710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10"/>
          <p:cNvSpPr txBox="1"/>
          <p:nvPr/>
        </p:nvSpPr>
        <p:spPr>
          <a:xfrm>
            <a:off x="11721602" y="3210955"/>
            <a:ext cx="405844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Queue:</a:t>
            </a:r>
            <a:endParaRPr/>
          </a:p>
        </p:txBody>
      </p:sp>
      <p:grpSp>
        <p:nvGrpSpPr>
          <p:cNvPr id="270" name="Google Shape;270;p10"/>
          <p:cNvGrpSpPr/>
          <p:nvPr/>
        </p:nvGrpSpPr>
        <p:grpSpPr>
          <a:xfrm>
            <a:off x="10314676" y="7146832"/>
            <a:ext cx="5436989" cy="2184645"/>
            <a:chOff x="1197701" y="-76200"/>
            <a:chExt cx="7249319" cy="2912859"/>
          </a:xfrm>
        </p:grpSpPr>
        <p:sp>
          <p:nvSpPr>
            <p:cNvPr id="271" name="Google Shape;271;p10"/>
            <p:cNvSpPr txBox="1"/>
            <p:nvPr/>
          </p:nvSpPr>
          <p:spPr>
            <a:xfrm>
              <a:off x="1197701" y="-76200"/>
              <a:ext cx="418326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đang xử lý </a:t>
              </a:r>
              <a:endParaRPr/>
            </a:p>
          </p:txBody>
        </p:sp>
        <p:sp>
          <p:nvSpPr>
            <p:cNvPr id="272" name="Google Shape;272;p10"/>
            <p:cNvSpPr txBox="1"/>
            <p:nvPr/>
          </p:nvSpPr>
          <p:spPr>
            <a:xfrm>
              <a:off x="1197701" y="1956126"/>
              <a:ext cx="7249319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kề không phải tường</a:t>
              </a:r>
              <a:endParaRPr/>
            </a:p>
          </p:txBody>
        </p:sp>
        <p:sp>
          <p:nvSpPr>
            <p:cNvPr id="273" name="Google Shape;273;p10"/>
            <p:cNvSpPr txBox="1"/>
            <p:nvPr/>
          </p:nvSpPr>
          <p:spPr>
            <a:xfrm>
              <a:off x="1197701" y="939963"/>
              <a:ext cx="338951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đã xử lý </a:t>
              </a:r>
              <a:endParaRPr/>
            </a:p>
          </p:txBody>
        </p:sp>
      </p:grpSp>
      <p:graphicFrame>
        <p:nvGraphicFramePr>
          <p:cNvPr id="274" name="Google Shape;274;p10"/>
          <p:cNvGraphicFramePr/>
          <p:nvPr/>
        </p:nvGraphicFramePr>
        <p:xfrm>
          <a:off x="0" y="15194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5" name="Google Shape;275;p10"/>
          <p:cNvGraphicFramePr/>
          <p:nvPr/>
        </p:nvGraphicFramePr>
        <p:xfrm>
          <a:off x="0" y="759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6" name="Google Shape;276;p10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</a:tbl>
          </a:graphicData>
        </a:graphic>
      </p:graphicFrame>
      <p:sp>
        <p:nvSpPr>
          <p:cNvPr id="277" name="Google Shape;277;p10"/>
          <p:cNvSpPr txBox="1"/>
          <p:nvPr/>
        </p:nvSpPr>
        <p:spPr>
          <a:xfrm>
            <a:off x="6089662" y="4851400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(4,2,3)</a:t>
            </a:r>
            <a:endParaRPr/>
          </a:p>
        </p:txBody>
      </p:sp>
      <p:sp>
        <p:nvSpPr>
          <p:cNvPr id="278" name="Google Shape;278;p10"/>
          <p:cNvSpPr txBox="1"/>
          <p:nvPr/>
        </p:nvSpPr>
        <p:spPr>
          <a:xfrm>
            <a:off x="8371254" y="4843332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(3,3,3)</a:t>
            </a:r>
            <a:endParaRPr/>
          </a:p>
        </p:txBody>
      </p:sp>
      <p:sp>
        <p:nvSpPr>
          <p:cNvPr id="279" name="Google Shape;279;p10"/>
          <p:cNvSpPr txBox="1"/>
          <p:nvPr/>
        </p:nvSpPr>
        <p:spPr>
          <a:xfrm>
            <a:off x="900410" y="1411025"/>
            <a:ext cx="4991199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3: Xử lý (3,2)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5" name="Google Shape;285;p11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286" name="Google Shape;286;p11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87" name="Google Shape;287;p11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8" name="Google Shape;288;p11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289" name="Google Shape;289;p11"/>
          <p:cNvGraphicFramePr/>
          <p:nvPr/>
        </p:nvGraphicFramePr>
        <p:xfrm>
          <a:off x="2020529" y="2455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8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8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cxnSp>
        <p:nvCxnSpPr>
          <p:cNvPr id="290" name="Google Shape;290;p11"/>
          <p:cNvCxnSpPr/>
          <p:nvPr/>
        </p:nvCxnSpPr>
        <p:spPr>
          <a:xfrm>
            <a:off x="10504704" y="441375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1" name="Google Shape;291;p11"/>
          <p:cNvCxnSpPr/>
          <p:nvPr/>
        </p:nvCxnSpPr>
        <p:spPr>
          <a:xfrm>
            <a:off x="10504704" y="585710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p11"/>
          <p:cNvSpPr txBox="1"/>
          <p:nvPr/>
        </p:nvSpPr>
        <p:spPr>
          <a:xfrm>
            <a:off x="11721602" y="3210955"/>
            <a:ext cx="405844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Queue:</a:t>
            </a:r>
            <a:endParaRPr/>
          </a:p>
        </p:txBody>
      </p:sp>
      <p:grpSp>
        <p:nvGrpSpPr>
          <p:cNvPr id="293" name="Google Shape;293;p11"/>
          <p:cNvGrpSpPr/>
          <p:nvPr/>
        </p:nvGrpSpPr>
        <p:grpSpPr>
          <a:xfrm>
            <a:off x="10314676" y="7146832"/>
            <a:ext cx="5436989" cy="2184645"/>
            <a:chOff x="1197701" y="-76200"/>
            <a:chExt cx="7249319" cy="2912859"/>
          </a:xfrm>
        </p:grpSpPr>
        <p:sp>
          <p:nvSpPr>
            <p:cNvPr id="294" name="Google Shape;294;p11"/>
            <p:cNvSpPr txBox="1"/>
            <p:nvPr/>
          </p:nvSpPr>
          <p:spPr>
            <a:xfrm>
              <a:off x="1197701" y="-76200"/>
              <a:ext cx="418326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đang xử lý </a:t>
              </a:r>
              <a:endParaRPr/>
            </a:p>
          </p:txBody>
        </p:sp>
        <p:sp>
          <p:nvSpPr>
            <p:cNvPr id="295" name="Google Shape;295;p11"/>
            <p:cNvSpPr txBox="1"/>
            <p:nvPr/>
          </p:nvSpPr>
          <p:spPr>
            <a:xfrm>
              <a:off x="1197701" y="1956126"/>
              <a:ext cx="7249319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kề không phải tường</a:t>
              </a:r>
              <a:endParaRPr/>
            </a:p>
          </p:txBody>
        </p:sp>
        <p:sp>
          <p:nvSpPr>
            <p:cNvPr id="296" name="Google Shape;296;p11"/>
            <p:cNvSpPr txBox="1"/>
            <p:nvPr/>
          </p:nvSpPr>
          <p:spPr>
            <a:xfrm>
              <a:off x="1197701" y="939963"/>
              <a:ext cx="338951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đã xử lý </a:t>
              </a:r>
              <a:endParaRPr/>
            </a:p>
          </p:txBody>
        </p:sp>
      </p:grpSp>
      <p:graphicFrame>
        <p:nvGraphicFramePr>
          <p:cNvPr id="297" name="Google Shape;297;p11"/>
          <p:cNvGraphicFramePr/>
          <p:nvPr/>
        </p:nvGraphicFramePr>
        <p:xfrm>
          <a:off x="0" y="15194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8" name="Google Shape;298;p11"/>
          <p:cNvGraphicFramePr/>
          <p:nvPr/>
        </p:nvGraphicFramePr>
        <p:xfrm>
          <a:off x="0" y="759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9" name="Google Shape;299;p11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</a:tbl>
          </a:graphicData>
        </a:graphic>
      </p:graphicFrame>
      <p:sp>
        <p:nvSpPr>
          <p:cNvPr id="300" name="Google Shape;300;p11"/>
          <p:cNvSpPr txBox="1"/>
          <p:nvPr/>
        </p:nvSpPr>
        <p:spPr>
          <a:xfrm>
            <a:off x="6089662" y="4851400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(3,3,3)</a:t>
            </a:r>
            <a:endParaRPr/>
          </a:p>
        </p:txBody>
      </p:sp>
      <p:sp>
        <p:nvSpPr>
          <p:cNvPr id="301" name="Google Shape;301;p11"/>
          <p:cNvSpPr txBox="1"/>
          <p:nvPr/>
        </p:nvSpPr>
        <p:spPr>
          <a:xfrm>
            <a:off x="8371254" y="4843332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(5,2,4)</a:t>
            </a:r>
            <a:endParaRPr/>
          </a:p>
        </p:txBody>
      </p:sp>
      <p:sp>
        <p:nvSpPr>
          <p:cNvPr id="302" name="Google Shape;302;p11"/>
          <p:cNvSpPr txBox="1"/>
          <p:nvPr/>
        </p:nvSpPr>
        <p:spPr>
          <a:xfrm>
            <a:off x="879525" y="1411025"/>
            <a:ext cx="5032971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4: Xử lý (4,2)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8" name="Google Shape;308;p12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309" name="Google Shape;309;p12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10" name="Google Shape;310;p12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1" name="Google Shape;311;p12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312" name="Google Shape;312;p12"/>
          <p:cNvGraphicFramePr/>
          <p:nvPr/>
        </p:nvGraphicFramePr>
        <p:xfrm>
          <a:off x="2020529" y="2455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8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8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1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818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cxnSp>
        <p:nvCxnSpPr>
          <p:cNvPr id="313" name="Google Shape;313;p12"/>
          <p:cNvCxnSpPr/>
          <p:nvPr/>
        </p:nvCxnSpPr>
        <p:spPr>
          <a:xfrm>
            <a:off x="10504704" y="441375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12"/>
          <p:cNvCxnSpPr/>
          <p:nvPr/>
        </p:nvCxnSpPr>
        <p:spPr>
          <a:xfrm>
            <a:off x="10504704" y="585710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12"/>
          <p:cNvSpPr txBox="1"/>
          <p:nvPr/>
        </p:nvSpPr>
        <p:spPr>
          <a:xfrm>
            <a:off x="11721602" y="3210955"/>
            <a:ext cx="405844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Queue:</a:t>
            </a:r>
            <a:endParaRPr/>
          </a:p>
        </p:txBody>
      </p:sp>
      <p:grpSp>
        <p:nvGrpSpPr>
          <p:cNvPr id="316" name="Google Shape;316;p12"/>
          <p:cNvGrpSpPr/>
          <p:nvPr/>
        </p:nvGrpSpPr>
        <p:grpSpPr>
          <a:xfrm>
            <a:off x="10314676" y="7146832"/>
            <a:ext cx="5436989" cy="2184645"/>
            <a:chOff x="1197701" y="-76200"/>
            <a:chExt cx="7249319" cy="2912859"/>
          </a:xfrm>
        </p:grpSpPr>
        <p:sp>
          <p:nvSpPr>
            <p:cNvPr id="317" name="Google Shape;317;p12"/>
            <p:cNvSpPr txBox="1"/>
            <p:nvPr/>
          </p:nvSpPr>
          <p:spPr>
            <a:xfrm>
              <a:off x="1197701" y="-76200"/>
              <a:ext cx="418326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đang xử lý </a:t>
              </a:r>
              <a:endParaRPr/>
            </a:p>
          </p:txBody>
        </p:sp>
        <p:sp>
          <p:nvSpPr>
            <p:cNvPr id="318" name="Google Shape;318;p12"/>
            <p:cNvSpPr txBox="1"/>
            <p:nvPr/>
          </p:nvSpPr>
          <p:spPr>
            <a:xfrm>
              <a:off x="1197701" y="1956126"/>
              <a:ext cx="7249319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kề không phải tường</a:t>
              </a:r>
              <a:endParaRPr/>
            </a:p>
          </p:txBody>
        </p:sp>
        <p:sp>
          <p:nvSpPr>
            <p:cNvPr id="319" name="Google Shape;319;p12"/>
            <p:cNvSpPr txBox="1"/>
            <p:nvPr/>
          </p:nvSpPr>
          <p:spPr>
            <a:xfrm>
              <a:off x="1197701" y="939963"/>
              <a:ext cx="338951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đã xử lý </a:t>
              </a:r>
              <a:endParaRPr/>
            </a:p>
          </p:txBody>
        </p:sp>
      </p:grpSp>
      <p:graphicFrame>
        <p:nvGraphicFramePr>
          <p:cNvPr id="320" name="Google Shape;320;p12"/>
          <p:cNvGraphicFramePr/>
          <p:nvPr/>
        </p:nvGraphicFramePr>
        <p:xfrm>
          <a:off x="0" y="15194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1" name="Google Shape;321;p12"/>
          <p:cNvGraphicFramePr/>
          <p:nvPr/>
        </p:nvGraphicFramePr>
        <p:xfrm>
          <a:off x="0" y="759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2" name="Google Shape;322;p12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</a:tbl>
          </a:graphicData>
        </a:graphic>
      </p:graphicFrame>
      <p:sp>
        <p:nvSpPr>
          <p:cNvPr id="323" name="Google Shape;323;p12"/>
          <p:cNvSpPr txBox="1"/>
          <p:nvPr/>
        </p:nvSpPr>
        <p:spPr>
          <a:xfrm>
            <a:off x="6089662" y="4851400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(3,3,3)</a:t>
            </a:r>
            <a:endParaRPr/>
          </a:p>
        </p:txBody>
      </p:sp>
      <p:sp>
        <p:nvSpPr>
          <p:cNvPr id="324" name="Google Shape;324;p12"/>
          <p:cNvSpPr txBox="1"/>
          <p:nvPr/>
        </p:nvSpPr>
        <p:spPr>
          <a:xfrm>
            <a:off x="8371254" y="4843332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(5,2,4)</a:t>
            </a:r>
            <a:endParaRPr/>
          </a:p>
        </p:txBody>
      </p:sp>
      <p:sp>
        <p:nvSpPr>
          <p:cNvPr id="325" name="Google Shape;325;p12"/>
          <p:cNvSpPr txBox="1"/>
          <p:nvPr/>
        </p:nvSpPr>
        <p:spPr>
          <a:xfrm>
            <a:off x="879525" y="1411025"/>
            <a:ext cx="5032971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4: Xử lý (4,2)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1" name="Google Shape;331;p13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332" name="Google Shape;332;p13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33" name="Google Shape;333;p13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4" name="Google Shape;334;p13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335" name="Google Shape;335;p13"/>
          <p:cNvGraphicFramePr/>
          <p:nvPr/>
        </p:nvGraphicFramePr>
        <p:xfrm>
          <a:off x="2020529" y="2455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8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8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cxnSp>
        <p:nvCxnSpPr>
          <p:cNvPr id="336" name="Google Shape;336;p13"/>
          <p:cNvCxnSpPr/>
          <p:nvPr/>
        </p:nvCxnSpPr>
        <p:spPr>
          <a:xfrm>
            <a:off x="10504704" y="441375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7" name="Google Shape;337;p13"/>
          <p:cNvCxnSpPr/>
          <p:nvPr/>
        </p:nvCxnSpPr>
        <p:spPr>
          <a:xfrm>
            <a:off x="10504704" y="585710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8" name="Google Shape;338;p13"/>
          <p:cNvSpPr txBox="1"/>
          <p:nvPr/>
        </p:nvSpPr>
        <p:spPr>
          <a:xfrm>
            <a:off x="11721602" y="3210955"/>
            <a:ext cx="405844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Queue:</a:t>
            </a:r>
            <a:endParaRPr/>
          </a:p>
        </p:txBody>
      </p:sp>
      <p:grpSp>
        <p:nvGrpSpPr>
          <p:cNvPr id="339" name="Google Shape;339;p13"/>
          <p:cNvGrpSpPr/>
          <p:nvPr/>
        </p:nvGrpSpPr>
        <p:grpSpPr>
          <a:xfrm>
            <a:off x="10314676" y="7146832"/>
            <a:ext cx="5436989" cy="2184645"/>
            <a:chOff x="1197701" y="-76200"/>
            <a:chExt cx="7249319" cy="2912859"/>
          </a:xfrm>
        </p:grpSpPr>
        <p:sp>
          <p:nvSpPr>
            <p:cNvPr id="340" name="Google Shape;340;p13"/>
            <p:cNvSpPr txBox="1"/>
            <p:nvPr/>
          </p:nvSpPr>
          <p:spPr>
            <a:xfrm>
              <a:off x="1197701" y="-76200"/>
              <a:ext cx="418326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đang xử lý </a:t>
              </a:r>
              <a:endParaRPr/>
            </a:p>
          </p:txBody>
        </p:sp>
        <p:sp>
          <p:nvSpPr>
            <p:cNvPr id="341" name="Google Shape;341;p13"/>
            <p:cNvSpPr txBox="1"/>
            <p:nvPr/>
          </p:nvSpPr>
          <p:spPr>
            <a:xfrm>
              <a:off x="1197701" y="1956126"/>
              <a:ext cx="7249319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kề không phải tường</a:t>
              </a:r>
              <a:endParaRPr/>
            </a:p>
          </p:txBody>
        </p:sp>
        <p:sp>
          <p:nvSpPr>
            <p:cNvPr id="342" name="Google Shape;342;p13"/>
            <p:cNvSpPr txBox="1"/>
            <p:nvPr/>
          </p:nvSpPr>
          <p:spPr>
            <a:xfrm>
              <a:off x="1197701" y="939963"/>
              <a:ext cx="338951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đã xử lý </a:t>
              </a:r>
              <a:endParaRPr/>
            </a:p>
          </p:txBody>
        </p:sp>
      </p:grpSp>
      <p:graphicFrame>
        <p:nvGraphicFramePr>
          <p:cNvPr id="343" name="Google Shape;343;p13"/>
          <p:cNvGraphicFramePr/>
          <p:nvPr/>
        </p:nvGraphicFramePr>
        <p:xfrm>
          <a:off x="0" y="15194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4" name="Google Shape;344;p13"/>
          <p:cNvGraphicFramePr/>
          <p:nvPr/>
        </p:nvGraphicFramePr>
        <p:xfrm>
          <a:off x="0" y="759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5" name="Google Shape;345;p13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</a:tbl>
          </a:graphicData>
        </a:graphic>
      </p:graphicFrame>
      <p:sp>
        <p:nvSpPr>
          <p:cNvPr id="346" name="Google Shape;346;p13"/>
          <p:cNvSpPr txBox="1"/>
          <p:nvPr/>
        </p:nvSpPr>
        <p:spPr>
          <a:xfrm>
            <a:off x="6089662" y="4851400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(5,2,4)</a:t>
            </a:r>
            <a:endParaRPr/>
          </a:p>
        </p:txBody>
      </p:sp>
      <p:sp>
        <p:nvSpPr>
          <p:cNvPr id="347" name="Google Shape;347;p13"/>
          <p:cNvSpPr txBox="1"/>
          <p:nvPr/>
        </p:nvSpPr>
        <p:spPr>
          <a:xfrm>
            <a:off x="8371254" y="4843332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(3,4,4)</a:t>
            </a:r>
            <a:endParaRPr/>
          </a:p>
        </p:txBody>
      </p:sp>
      <p:sp>
        <p:nvSpPr>
          <p:cNvPr id="348" name="Google Shape;348;p13"/>
          <p:cNvSpPr txBox="1"/>
          <p:nvPr/>
        </p:nvSpPr>
        <p:spPr>
          <a:xfrm>
            <a:off x="891927" y="1411025"/>
            <a:ext cx="5008166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5: Xử lý (3,3)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54" name="Google Shape;354;p14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355" name="Google Shape;355;p14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56" name="Google Shape;356;p14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7" name="Google Shape;357;p14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358" name="Google Shape;358;p14"/>
          <p:cNvGraphicFramePr/>
          <p:nvPr/>
        </p:nvGraphicFramePr>
        <p:xfrm>
          <a:off x="2020529" y="2455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8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8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cxnSp>
        <p:nvCxnSpPr>
          <p:cNvPr id="359" name="Google Shape;359;p14"/>
          <p:cNvCxnSpPr/>
          <p:nvPr/>
        </p:nvCxnSpPr>
        <p:spPr>
          <a:xfrm>
            <a:off x="10504704" y="441375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" name="Google Shape;360;p14"/>
          <p:cNvCxnSpPr/>
          <p:nvPr/>
        </p:nvCxnSpPr>
        <p:spPr>
          <a:xfrm>
            <a:off x="10504704" y="585710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p14"/>
          <p:cNvSpPr txBox="1"/>
          <p:nvPr/>
        </p:nvSpPr>
        <p:spPr>
          <a:xfrm>
            <a:off x="11721602" y="3210955"/>
            <a:ext cx="405844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Queue:</a:t>
            </a:r>
            <a:endParaRPr/>
          </a:p>
        </p:txBody>
      </p:sp>
      <p:grpSp>
        <p:nvGrpSpPr>
          <p:cNvPr id="362" name="Google Shape;362;p14"/>
          <p:cNvGrpSpPr/>
          <p:nvPr/>
        </p:nvGrpSpPr>
        <p:grpSpPr>
          <a:xfrm>
            <a:off x="10314676" y="7146832"/>
            <a:ext cx="5436989" cy="2184645"/>
            <a:chOff x="1197701" y="-76200"/>
            <a:chExt cx="7249319" cy="2912859"/>
          </a:xfrm>
        </p:grpSpPr>
        <p:sp>
          <p:nvSpPr>
            <p:cNvPr id="363" name="Google Shape;363;p14"/>
            <p:cNvSpPr txBox="1"/>
            <p:nvPr/>
          </p:nvSpPr>
          <p:spPr>
            <a:xfrm>
              <a:off x="1197701" y="-76200"/>
              <a:ext cx="418326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đang xử lý </a:t>
              </a:r>
              <a:endParaRPr/>
            </a:p>
          </p:txBody>
        </p:sp>
        <p:sp>
          <p:nvSpPr>
            <p:cNvPr id="364" name="Google Shape;364;p14"/>
            <p:cNvSpPr txBox="1"/>
            <p:nvPr/>
          </p:nvSpPr>
          <p:spPr>
            <a:xfrm>
              <a:off x="1197701" y="1956126"/>
              <a:ext cx="7249319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kề không phải tường</a:t>
              </a:r>
              <a:endParaRPr/>
            </a:p>
          </p:txBody>
        </p:sp>
        <p:sp>
          <p:nvSpPr>
            <p:cNvPr id="365" name="Google Shape;365;p14"/>
            <p:cNvSpPr txBox="1"/>
            <p:nvPr/>
          </p:nvSpPr>
          <p:spPr>
            <a:xfrm>
              <a:off x="1197701" y="939963"/>
              <a:ext cx="338951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đã xử lý </a:t>
              </a:r>
              <a:endParaRPr/>
            </a:p>
          </p:txBody>
        </p:sp>
      </p:grpSp>
      <p:graphicFrame>
        <p:nvGraphicFramePr>
          <p:cNvPr id="366" name="Google Shape;366;p14"/>
          <p:cNvGraphicFramePr/>
          <p:nvPr/>
        </p:nvGraphicFramePr>
        <p:xfrm>
          <a:off x="0" y="15194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7" name="Google Shape;367;p14"/>
          <p:cNvGraphicFramePr/>
          <p:nvPr/>
        </p:nvGraphicFramePr>
        <p:xfrm>
          <a:off x="0" y="759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8" name="Google Shape;368;p14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</a:tbl>
          </a:graphicData>
        </a:graphic>
      </p:graphicFrame>
      <p:sp>
        <p:nvSpPr>
          <p:cNvPr id="369" name="Google Shape;369;p14"/>
          <p:cNvSpPr txBox="1"/>
          <p:nvPr/>
        </p:nvSpPr>
        <p:spPr>
          <a:xfrm>
            <a:off x="6089662" y="4851400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(5,2,4)</a:t>
            </a:r>
            <a:endParaRPr/>
          </a:p>
        </p:txBody>
      </p:sp>
      <p:sp>
        <p:nvSpPr>
          <p:cNvPr id="370" name="Google Shape;370;p14"/>
          <p:cNvSpPr txBox="1"/>
          <p:nvPr/>
        </p:nvSpPr>
        <p:spPr>
          <a:xfrm>
            <a:off x="8371254" y="4843332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(3,4,4)</a:t>
            </a:r>
            <a:endParaRPr/>
          </a:p>
        </p:txBody>
      </p:sp>
      <p:sp>
        <p:nvSpPr>
          <p:cNvPr id="371" name="Google Shape;371;p14"/>
          <p:cNvSpPr txBox="1"/>
          <p:nvPr/>
        </p:nvSpPr>
        <p:spPr>
          <a:xfrm>
            <a:off x="891927" y="1411025"/>
            <a:ext cx="5008166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5: Xử lý (3,3)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77" name="Google Shape;377;p15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378" name="Google Shape;378;p15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79" name="Google Shape;379;p15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0" name="Google Shape;380;p15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381" name="Google Shape;381;p15"/>
          <p:cNvGraphicFramePr/>
          <p:nvPr/>
        </p:nvGraphicFramePr>
        <p:xfrm>
          <a:off x="2020529" y="2455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8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8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cxnSp>
        <p:nvCxnSpPr>
          <p:cNvPr id="382" name="Google Shape;382;p15"/>
          <p:cNvCxnSpPr/>
          <p:nvPr/>
        </p:nvCxnSpPr>
        <p:spPr>
          <a:xfrm>
            <a:off x="10504704" y="441375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3" name="Google Shape;383;p15"/>
          <p:cNvCxnSpPr/>
          <p:nvPr/>
        </p:nvCxnSpPr>
        <p:spPr>
          <a:xfrm>
            <a:off x="10504704" y="585710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4" name="Google Shape;384;p15"/>
          <p:cNvSpPr txBox="1"/>
          <p:nvPr/>
        </p:nvSpPr>
        <p:spPr>
          <a:xfrm>
            <a:off x="11721602" y="3210955"/>
            <a:ext cx="405844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Queue:</a:t>
            </a:r>
            <a:endParaRPr/>
          </a:p>
        </p:txBody>
      </p:sp>
      <p:grpSp>
        <p:nvGrpSpPr>
          <p:cNvPr id="385" name="Google Shape;385;p15"/>
          <p:cNvGrpSpPr/>
          <p:nvPr/>
        </p:nvGrpSpPr>
        <p:grpSpPr>
          <a:xfrm>
            <a:off x="10314676" y="7146832"/>
            <a:ext cx="5436989" cy="2184645"/>
            <a:chOff x="1197701" y="-76200"/>
            <a:chExt cx="7249319" cy="2912859"/>
          </a:xfrm>
        </p:grpSpPr>
        <p:sp>
          <p:nvSpPr>
            <p:cNvPr id="386" name="Google Shape;386;p15"/>
            <p:cNvSpPr txBox="1"/>
            <p:nvPr/>
          </p:nvSpPr>
          <p:spPr>
            <a:xfrm>
              <a:off x="1197701" y="-76200"/>
              <a:ext cx="418326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đang xử lý </a:t>
              </a:r>
              <a:endParaRPr/>
            </a:p>
          </p:txBody>
        </p:sp>
        <p:sp>
          <p:nvSpPr>
            <p:cNvPr id="387" name="Google Shape;387;p15"/>
            <p:cNvSpPr txBox="1"/>
            <p:nvPr/>
          </p:nvSpPr>
          <p:spPr>
            <a:xfrm>
              <a:off x="1197701" y="1956126"/>
              <a:ext cx="7249319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kề không phải tường</a:t>
              </a:r>
              <a:endParaRPr/>
            </a:p>
          </p:txBody>
        </p:sp>
        <p:sp>
          <p:nvSpPr>
            <p:cNvPr id="388" name="Google Shape;388;p15"/>
            <p:cNvSpPr txBox="1"/>
            <p:nvPr/>
          </p:nvSpPr>
          <p:spPr>
            <a:xfrm>
              <a:off x="1197701" y="939963"/>
              <a:ext cx="338951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đã xử lý </a:t>
              </a:r>
              <a:endParaRPr/>
            </a:p>
          </p:txBody>
        </p:sp>
      </p:grpSp>
      <p:graphicFrame>
        <p:nvGraphicFramePr>
          <p:cNvPr id="389" name="Google Shape;389;p15"/>
          <p:cNvGraphicFramePr/>
          <p:nvPr/>
        </p:nvGraphicFramePr>
        <p:xfrm>
          <a:off x="0" y="15194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0" name="Google Shape;390;p15"/>
          <p:cNvGraphicFramePr/>
          <p:nvPr/>
        </p:nvGraphicFramePr>
        <p:xfrm>
          <a:off x="0" y="759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1" name="Google Shape;391;p15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</a:tbl>
          </a:graphicData>
        </a:graphic>
      </p:graphicFrame>
      <p:sp>
        <p:nvSpPr>
          <p:cNvPr id="392" name="Google Shape;392;p15"/>
          <p:cNvSpPr txBox="1"/>
          <p:nvPr/>
        </p:nvSpPr>
        <p:spPr>
          <a:xfrm>
            <a:off x="6089662" y="4851400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(3,4,4)</a:t>
            </a:r>
            <a:endParaRPr/>
          </a:p>
        </p:txBody>
      </p:sp>
      <p:sp>
        <p:nvSpPr>
          <p:cNvPr id="393" name="Google Shape;393;p15"/>
          <p:cNvSpPr txBox="1"/>
          <p:nvPr/>
        </p:nvSpPr>
        <p:spPr>
          <a:xfrm>
            <a:off x="8371254" y="4843332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(6,2,5)</a:t>
            </a:r>
            <a:endParaRPr/>
          </a:p>
        </p:txBody>
      </p:sp>
      <p:sp>
        <p:nvSpPr>
          <p:cNvPr id="394" name="Google Shape;394;p15"/>
          <p:cNvSpPr txBox="1"/>
          <p:nvPr/>
        </p:nvSpPr>
        <p:spPr>
          <a:xfrm>
            <a:off x="879673" y="1411025"/>
            <a:ext cx="5032673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6: Xử lý (5,2)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00" name="Google Shape;400;p16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401" name="Google Shape;401;p16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02" name="Google Shape;402;p16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3" name="Google Shape;403;p16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404" name="Google Shape;404;p16"/>
          <p:cNvGraphicFramePr/>
          <p:nvPr/>
        </p:nvGraphicFramePr>
        <p:xfrm>
          <a:off x="2020529" y="2455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8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8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cxnSp>
        <p:nvCxnSpPr>
          <p:cNvPr id="405" name="Google Shape;405;p16"/>
          <p:cNvCxnSpPr/>
          <p:nvPr/>
        </p:nvCxnSpPr>
        <p:spPr>
          <a:xfrm>
            <a:off x="10504704" y="441375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6" name="Google Shape;406;p16"/>
          <p:cNvCxnSpPr/>
          <p:nvPr/>
        </p:nvCxnSpPr>
        <p:spPr>
          <a:xfrm>
            <a:off x="10504704" y="585710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7" name="Google Shape;407;p16"/>
          <p:cNvSpPr txBox="1"/>
          <p:nvPr/>
        </p:nvSpPr>
        <p:spPr>
          <a:xfrm>
            <a:off x="11721602" y="3210955"/>
            <a:ext cx="405844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Queue:</a:t>
            </a:r>
            <a:endParaRPr/>
          </a:p>
        </p:txBody>
      </p:sp>
      <p:grpSp>
        <p:nvGrpSpPr>
          <p:cNvPr id="408" name="Google Shape;408;p16"/>
          <p:cNvGrpSpPr/>
          <p:nvPr/>
        </p:nvGrpSpPr>
        <p:grpSpPr>
          <a:xfrm>
            <a:off x="10314676" y="7146832"/>
            <a:ext cx="5436989" cy="2184645"/>
            <a:chOff x="1197701" y="-76200"/>
            <a:chExt cx="7249319" cy="2912859"/>
          </a:xfrm>
        </p:grpSpPr>
        <p:sp>
          <p:nvSpPr>
            <p:cNvPr id="409" name="Google Shape;409;p16"/>
            <p:cNvSpPr txBox="1"/>
            <p:nvPr/>
          </p:nvSpPr>
          <p:spPr>
            <a:xfrm>
              <a:off x="1197701" y="-76200"/>
              <a:ext cx="418326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đang xử lý </a:t>
              </a:r>
              <a:endParaRPr/>
            </a:p>
          </p:txBody>
        </p:sp>
        <p:sp>
          <p:nvSpPr>
            <p:cNvPr id="410" name="Google Shape;410;p16"/>
            <p:cNvSpPr txBox="1"/>
            <p:nvPr/>
          </p:nvSpPr>
          <p:spPr>
            <a:xfrm>
              <a:off x="1197701" y="1956126"/>
              <a:ext cx="7249319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kề không phải tường</a:t>
              </a:r>
              <a:endParaRPr/>
            </a:p>
          </p:txBody>
        </p:sp>
        <p:sp>
          <p:nvSpPr>
            <p:cNvPr id="411" name="Google Shape;411;p16"/>
            <p:cNvSpPr txBox="1"/>
            <p:nvPr/>
          </p:nvSpPr>
          <p:spPr>
            <a:xfrm>
              <a:off x="1197701" y="939963"/>
              <a:ext cx="338951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đã xử lý </a:t>
              </a:r>
              <a:endParaRPr/>
            </a:p>
          </p:txBody>
        </p:sp>
      </p:grpSp>
      <p:graphicFrame>
        <p:nvGraphicFramePr>
          <p:cNvPr id="412" name="Google Shape;412;p16"/>
          <p:cNvGraphicFramePr/>
          <p:nvPr/>
        </p:nvGraphicFramePr>
        <p:xfrm>
          <a:off x="0" y="15194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3" name="Google Shape;413;p16"/>
          <p:cNvGraphicFramePr/>
          <p:nvPr/>
        </p:nvGraphicFramePr>
        <p:xfrm>
          <a:off x="0" y="759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4" name="Google Shape;414;p16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</a:tbl>
          </a:graphicData>
        </a:graphic>
      </p:graphicFrame>
      <p:sp>
        <p:nvSpPr>
          <p:cNvPr id="415" name="Google Shape;415;p16"/>
          <p:cNvSpPr txBox="1"/>
          <p:nvPr/>
        </p:nvSpPr>
        <p:spPr>
          <a:xfrm>
            <a:off x="6089662" y="4851400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(3,4,4)</a:t>
            </a:r>
            <a:endParaRPr/>
          </a:p>
        </p:txBody>
      </p:sp>
      <p:sp>
        <p:nvSpPr>
          <p:cNvPr id="416" name="Google Shape;416;p16"/>
          <p:cNvSpPr txBox="1"/>
          <p:nvPr/>
        </p:nvSpPr>
        <p:spPr>
          <a:xfrm>
            <a:off x="8371254" y="4843332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(6,2,5)</a:t>
            </a:r>
            <a:endParaRPr/>
          </a:p>
        </p:txBody>
      </p:sp>
      <p:sp>
        <p:nvSpPr>
          <p:cNvPr id="417" name="Google Shape;417;p16"/>
          <p:cNvSpPr txBox="1"/>
          <p:nvPr/>
        </p:nvSpPr>
        <p:spPr>
          <a:xfrm>
            <a:off x="879673" y="1411025"/>
            <a:ext cx="5032673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6: Xử lý (5,2)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23" name="Google Shape;423;p17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424" name="Google Shape;424;p17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25" name="Google Shape;425;p17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26" name="Google Shape;426;p17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427" name="Google Shape;427;p17"/>
          <p:cNvGraphicFramePr/>
          <p:nvPr/>
        </p:nvGraphicFramePr>
        <p:xfrm>
          <a:off x="2020529" y="2455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8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cxnSp>
        <p:nvCxnSpPr>
          <p:cNvPr id="428" name="Google Shape;428;p17"/>
          <p:cNvCxnSpPr/>
          <p:nvPr/>
        </p:nvCxnSpPr>
        <p:spPr>
          <a:xfrm>
            <a:off x="10504704" y="441375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9" name="Google Shape;429;p17"/>
          <p:cNvCxnSpPr/>
          <p:nvPr/>
        </p:nvCxnSpPr>
        <p:spPr>
          <a:xfrm>
            <a:off x="10504704" y="585710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0" name="Google Shape;430;p17"/>
          <p:cNvSpPr txBox="1"/>
          <p:nvPr/>
        </p:nvSpPr>
        <p:spPr>
          <a:xfrm>
            <a:off x="11721602" y="3210955"/>
            <a:ext cx="405844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Queue:</a:t>
            </a:r>
            <a:endParaRPr/>
          </a:p>
        </p:txBody>
      </p:sp>
      <p:grpSp>
        <p:nvGrpSpPr>
          <p:cNvPr id="431" name="Google Shape;431;p17"/>
          <p:cNvGrpSpPr/>
          <p:nvPr/>
        </p:nvGrpSpPr>
        <p:grpSpPr>
          <a:xfrm>
            <a:off x="10314676" y="7146832"/>
            <a:ext cx="5436989" cy="2184645"/>
            <a:chOff x="1197701" y="-76200"/>
            <a:chExt cx="7249319" cy="2912859"/>
          </a:xfrm>
        </p:grpSpPr>
        <p:sp>
          <p:nvSpPr>
            <p:cNvPr id="432" name="Google Shape;432;p17"/>
            <p:cNvSpPr txBox="1"/>
            <p:nvPr/>
          </p:nvSpPr>
          <p:spPr>
            <a:xfrm>
              <a:off x="1197701" y="-76200"/>
              <a:ext cx="418326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đang xử lý </a:t>
              </a:r>
              <a:endParaRPr/>
            </a:p>
          </p:txBody>
        </p:sp>
        <p:sp>
          <p:nvSpPr>
            <p:cNvPr id="433" name="Google Shape;433;p17"/>
            <p:cNvSpPr txBox="1"/>
            <p:nvPr/>
          </p:nvSpPr>
          <p:spPr>
            <a:xfrm>
              <a:off x="1197701" y="1956126"/>
              <a:ext cx="7249319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kề không phải tường</a:t>
              </a:r>
              <a:endParaRPr/>
            </a:p>
          </p:txBody>
        </p:sp>
        <p:sp>
          <p:nvSpPr>
            <p:cNvPr id="434" name="Google Shape;434;p17"/>
            <p:cNvSpPr txBox="1"/>
            <p:nvPr/>
          </p:nvSpPr>
          <p:spPr>
            <a:xfrm>
              <a:off x="1197701" y="939963"/>
              <a:ext cx="338951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đã xử lý </a:t>
              </a:r>
              <a:endParaRPr/>
            </a:p>
          </p:txBody>
        </p:sp>
      </p:grpSp>
      <p:graphicFrame>
        <p:nvGraphicFramePr>
          <p:cNvPr id="435" name="Google Shape;435;p17"/>
          <p:cNvGraphicFramePr/>
          <p:nvPr/>
        </p:nvGraphicFramePr>
        <p:xfrm>
          <a:off x="0" y="15194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6" name="Google Shape;436;p17"/>
          <p:cNvGraphicFramePr/>
          <p:nvPr/>
        </p:nvGraphicFramePr>
        <p:xfrm>
          <a:off x="0" y="759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7" name="Google Shape;437;p17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</a:tbl>
          </a:graphicData>
        </a:graphic>
      </p:graphicFrame>
      <p:sp>
        <p:nvSpPr>
          <p:cNvPr id="438" name="Google Shape;438;p17"/>
          <p:cNvSpPr txBox="1"/>
          <p:nvPr/>
        </p:nvSpPr>
        <p:spPr>
          <a:xfrm>
            <a:off x="6089662" y="4851400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(6,2,5)</a:t>
            </a:r>
            <a:endParaRPr/>
          </a:p>
        </p:txBody>
      </p:sp>
      <p:sp>
        <p:nvSpPr>
          <p:cNvPr id="439" name="Google Shape;439;p17"/>
          <p:cNvSpPr txBox="1"/>
          <p:nvPr/>
        </p:nvSpPr>
        <p:spPr>
          <a:xfrm>
            <a:off x="8371254" y="4843332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(2,4,5)</a:t>
            </a:r>
            <a:endParaRPr/>
          </a:p>
        </p:txBody>
      </p:sp>
      <p:sp>
        <p:nvSpPr>
          <p:cNvPr id="440" name="Google Shape;440;p17"/>
          <p:cNvSpPr txBox="1"/>
          <p:nvPr/>
        </p:nvSpPr>
        <p:spPr>
          <a:xfrm>
            <a:off x="10696486" y="4843332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(4,4,5)</a:t>
            </a:r>
            <a:endParaRPr/>
          </a:p>
        </p:txBody>
      </p:sp>
      <p:sp>
        <p:nvSpPr>
          <p:cNvPr id="441" name="Google Shape;441;p17"/>
          <p:cNvSpPr txBox="1"/>
          <p:nvPr/>
        </p:nvSpPr>
        <p:spPr>
          <a:xfrm>
            <a:off x="918418" y="1411025"/>
            <a:ext cx="4955183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7: Xử lý (3,4)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47" name="Google Shape;447;p18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448" name="Google Shape;448;p18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49" name="Google Shape;449;p18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0" name="Google Shape;450;p18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451" name="Google Shape;451;p18"/>
          <p:cNvGraphicFramePr/>
          <p:nvPr/>
        </p:nvGraphicFramePr>
        <p:xfrm>
          <a:off x="2020529" y="2455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8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cxnSp>
        <p:nvCxnSpPr>
          <p:cNvPr id="452" name="Google Shape;452;p18"/>
          <p:cNvCxnSpPr/>
          <p:nvPr/>
        </p:nvCxnSpPr>
        <p:spPr>
          <a:xfrm>
            <a:off x="10504704" y="441375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3" name="Google Shape;453;p18"/>
          <p:cNvCxnSpPr/>
          <p:nvPr/>
        </p:nvCxnSpPr>
        <p:spPr>
          <a:xfrm>
            <a:off x="10504704" y="585710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4" name="Google Shape;454;p18"/>
          <p:cNvSpPr txBox="1"/>
          <p:nvPr/>
        </p:nvSpPr>
        <p:spPr>
          <a:xfrm>
            <a:off x="11721602" y="3210955"/>
            <a:ext cx="405844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Queue:</a:t>
            </a:r>
            <a:endParaRPr/>
          </a:p>
        </p:txBody>
      </p:sp>
      <p:grpSp>
        <p:nvGrpSpPr>
          <p:cNvPr id="455" name="Google Shape;455;p18"/>
          <p:cNvGrpSpPr/>
          <p:nvPr/>
        </p:nvGrpSpPr>
        <p:grpSpPr>
          <a:xfrm>
            <a:off x="10314676" y="7146832"/>
            <a:ext cx="5436989" cy="2184645"/>
            <a:chOff x="1197701" y="-76200"/>
            <a:chExt cx="7249319" cy="2912859"/>
          </a:xfrm>
        </p:grpSpPr>
        <p:sp>
          <p:nvSpPr>
            <p:cNvPr id="456" name="Google Shape;456;p18"/>
            <p:cNvSpPr txBox="1"/>
            <p:nvPr/>
          </p:nvSpPr>
          <p:spPr>
            <a:xfrm>
              <a:off x="1197701" y="-76200"/>
              <a:ext cx="418326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đang xử lý </a:t>
              </a:r>
              <a:endParaRPr/>
            </a:p>
          </p:txBody>
        </p:sp>
        <p:sp>
          <p:nvSpPr>
            <p:cNvPr id="457" name="Google Shape;457;p18"/>
            <p:cNvSpPr txBox="1"/>
            <p:nvPr/>
          </p:nvSpPr>
          <p:spPr>
            <a:xfrm>
              <a:off x="1197701" y="1956126"/>
              <a:ext cx="7249319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kề không phải tường</a:t>
              </a:r>
              <a:endParaRPr/>
            </a:p>
          </p:txBody>
        </p:sp>
        <p:sp>
          <p:nvSpPr>
            <p:cNvPr id="458" name="Google Shape;458;p18"/>
            <p:cNvSpPr txBox="1"/>
            <p:nvPr/>
          </p:nvSpPr>
          <p:spPr>
            <a:xfrm>
              <a:off x="1197701" y="939963"/>
              <a:ext cx="338951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đã xử lý </a:t>
              </a:r>
              <a:endParaRPr/>
            </a:p>
          </p:txBody>
        </p:sp>
      </p:grpSp>
      <p:graphicFrame>
        <p:nvGraphicFramePr>
          <p:cNvPr id="459" name="Google Shape;459;p18"/>
          <p:cNvGraphicFramePr/>
          <p:nvPr/>
        </p:nvGraphicFramePr>
        <p:xfrm>
          <a:off x="0" y="15194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0" name="Google Shape;460;p18"/>
          <p:cNvGraphicFramePr/>
          <p:nvPr/>
        </p:nvGraphicFramePr>
        <p:xfrm>
          <a:off x="0" y="759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1" name="Google Shape;461;p18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</a:tbl>
          </a:graphicData>
        </a:graphic>
      </p:graphicFrame>
      <p:sp>
        <p:nvSpPr>
          <p:cNvPr id="462" name="Google Shape;462;p18"/>
          <p:cNvSpPr txBox="1"/>
          <p:nvPr/>
        </p:nvSpPr>
        <p:spPr>
          <a:xfrm>
            <a:off x="6089662" y="4851400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(6,2,5)</a:t>
            </a:r>
            <a:endParaRPr/>
          </a:p>
        </p:txBody>
      </p:sp>
      <p:sp>
        <p:nvSpPr>
          <p:cNvPr id="463" name="Google Shape;463;p18"/>
          <p:cNvSpPr txBox="1"/>
          <p:nvPr/>
        </p:nvSpPr>
        <p:spPr>
          <a:xfrm>
            <a:off x="8371254" y="4843332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(2,4,5)</a:t>
            </a:r>
            <a:endParaRPr/>
          </a:p>
        </p:txBody>
      </p:sp>
      <p:sp>
        <p:nvSpPr>
          <p:cNvPr id="464" name="Google Shape;464;p18"/>
          <p:cNvSpPr txBox="1"/>
          <p:nvPr/>
        </p:nvSpPr>
        <p:spPr>
          <a:xfrm>
            <a:off x="10696486" y="4843332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(4,4,5)</a:t>
            </a:r>
            <a:endParaRPr/>
          </a:p>
        </p:txBody>
      </p:sp>
      <p:sp>
        <p:nvSpPr>
          <p:cNvPr id="465" name="Google Shape;465;p18"/>
          <p:cNvSpPr txBox="1"/>
          <p:nvPr/>
        </p:nvSpPr>
        <p:spPr>
          <a:xfrm>
            <a:off x="918418" y="1411025"/>
            <a:ext cx="4955183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7: Xử lý (3,4)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71" name="Google Shape;471;p19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472" name="Google Shape;472;p19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73" name="Google Shape;473;p19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4" name="Google Shape;474;p19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475" name="Google Shape;475;p19"/>
          <p:cNvGraphicFramePr/>
          <p:nvPr/>
        </p:nvGraphicFramePr>
        <p:xfrm>
          <a:off x="2020529" y="2455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8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cxnSp>
        <p:nvCxnSpPr>
          <p:cNvPr id="476" name="Google Shape;476;p19"/>
          <p:cNvCxnSpPr/>
          <p:nvPr/>
        </p:nvCxnSpPr>
        <p:spPr>
          <a:xfrm>
            <a:off x="10504704" y="441375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7" name="Google Shape;477;p19"/>
          <p:cNvCxnSpPr/>
          <p:nvPr/>
        </p:nvCxnSpPr>
        <p:spPr>
          <a:xfrm>
            <a:off x="10504704" y="585710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8" name="Google Shape;478;p19"/>
          <p:cNvSpPr txBox="1"/>
          <p:nvPr/>
        </p:nvSpPr>
        <p:spPr>
          <a:xfrm>
            <a:off x="11721602" y="3210955"/>
            <a:ext cx="405844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Queue:</a:t>
            </a:r>
            <a:endParaRPr/>
          </a:p>
        </p:txBody>
      </p:sp>
      <p:grpSp>
        <p:nvGrpSpPr>
          <p:cNvPr id="479" name="Google Shape;479;p19"/>
          <p:cNvGrpSpPr/>
          <p:nvPr/>
        </p:nvGrpSpPr>
        <p:grpSpPr>
          <a:xfrm>
            <a:off x="10314676" y="7146832"/>
            <a:ext cx="5436989" cy="2184645"/>
            <a:chOff x="1197701" y="-76200"/>
            <a:chExt cx="7249319" cy="2912859"/>
          </a:xfrm>
        </p:grpSpPr>
        <p:sp>
          <p:nvSpPr>
            <p:cNvPr id="480" name="Google Shape;480;p19"/>
            <p:cNvSpPr txBox="1"/>
            <p:nvPr/>
          </p:nvSpPr>
          <p:spPr>
            <a:xfrm>
              <a:off x="1197701" y="-76200"/>
              <a:ext cx="418326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đang xử lý </a:t>
              </a:r>
              <a:endParaRPr/>
            </a:p>
          </p:txBody>
        </p:sp>
        <p:sp>
          <p:nvSpPr>
            <p:cNvPr id="481" name="Google Shape;481;p19"/>
            <p:cNvSpPr txBox="1"/>
            <p:nvPr/>
          </p:nvSpPr>
          <p:spPr>
            <a:xfrm>
              <a:off x="1197701" y="1956126"/>
              <a:ext cx="7249319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kề không phải tường</a:t>
              </a:r>
              <a:endParaRPr/>
            </a:p>
          </p:txBody>
        </p:sp>
        <p:sp>
          <p:nvSpPr>
            <p:cNvPr id="482" name="Google Shape;482;p19"/>
            <p:cNvSpPr txBox="1"/>
            <p:nvPr/>
          </p:nvSpPr>
          <p:spPr>
            <a:xfrm>
              <a:off x="1197701" y="939963"/>
              <a:ext cx="338951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đã xử lý </a:t>
              </a:r>
              <a:endParaRPr/>
            </a:p>
          </p:txBody>
        </p:sp>
      </p:grpSp>
      <p:graphicFrame>
        <p:nvGraphicFramePr>
          <p:cNvPr id="483" name="Google Shape;483;p19"/>
          <p:cNvGraphicFramePr/>
          <p:nvPr/>
        </p:nvGraphicFramePr>
        <p:xfrm>
          <a:off x="0" y="15194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4" name="Google Shape;484;p19"/>
          <p:cNvGraphicFramePr/>
          <p:nvPr/>
        </p:nvGraphicFramePr>
        <p:xfrm>
          <a:off x="0" y="759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5" name="Google Shape;485;p19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</a:tbl>
          </a:graphicData>
        </a:graphic>
      </p:graphicFrame>
      <p:sp>
        <p:nvSpPr>
          <p:cNvPr id="486" name="Google Shape;486;p19"/>
          <p:cNvSpPr txBox="1"/>
          <p:nvPr/>
        </p:nvSpPr>
        <p:spPr>
          <a:xfrm>
            <a:off x="6089662" y="4851400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(2,4,5)</a:t>
            </a:r>
            <a:endParaRPr/>
          </a:p>
        </p:txBody>
      </p:sp>
      <p:sp>
        <p:nvSpPr>
          <p:cNvPr id="487" name="Google Shape;487;p19"/>
          <p:cNvSpPr txBox="1"/>
          <p:nvPr/>
        </p:nvSpPr>
        <p:spPr>
          <a:xfrm>
            <a:off x="8371254" y="4843332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(4,4,5)</a:t>
            </a:r>
            <a:endParaRPr/>
          </a:p>
        </p:txBody>
      </p:sp>
      <p:sp>
        <p:nvSpPr>
          <p:cNvPr id="488" name="Google Shape;488;p19"/>
          <p:cNvSpPr txBox="1"/>
          <p:nvPr/>
        </p:nvSpPr>
        <p:spPr>
          <a:xfrm>
            <a:off x="10696486" y="4843332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(6,3,6)</a:t>
            </a:r>
            <a:endParaRPr/>
          </a:p>
        </p:txBody>
      </p:sp>
      <p:sp>
        <p:nvSpPr>
          <p:cNvPr id="489" name="Google Shape;489;p19"/>
          <p:cNvSpPr txBox="1"/>
          <p:nvPr/>
        </p:nvSpPr>
        <p:spPr>
          <a:xfrm>
            <a:off x="879376" y="1411025"/>
            <a:ext cx="5033268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8: Xử lý (6,2)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95" name="Google Shape;495;p20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496" name="Google Shape;496;p20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97" name="Google Shape;497;p20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8" name="Google Shape;498;p20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499" name="Google Shape;499;p20"/>
          <p:cNvGraphicFramePr/>
          <p:nvPr/>
        </p:nvGraphicFramePr>
        <p:xfrm>
          <a:off x="2020529" y="2455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8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cxnSp>
        <p:nvCxnSpPr>
          <p:cNvPr id="500" name="Google Shape;500;p20"/>
          <p:cNvCxnSpPr/>
          <p:nvPr/>
        </p:nvCxnSpPr>
        <p:spPr>
          <a:xfrm>
            <a:off x="10504704" y="441375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1" name="Google Shape;501;p20"/>
          <p:cNvCxnSpPr/>
          <p:nvPr/>
        </p:nvCxnSpPr>
        <p:spPr>
          <a:xfrm>
            <a:off x="10504704" y="585710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2" name="Google Shape;502;p20"/>
          <p:cNvSpPr txBox="1"/>
          <p:nvPr/>
        </p:nvSpPr>
        <p:spPr>
          <a:xfrm>
            <a:off x="11721602" y="3210955"/>
            <a:ext cx="405844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Queue:</a:t>
            </a:r>
            <a:endParaRPr/>
          </a:p>
        </p:txBody>
      </p:sp>
      <p:grpSp>
        <p:nvGrpSpPr>
          <p:cNvPr id="503" name="Google Shape;503;p20"/>
          <p:cNvGrpSpPr/>
          <p:nvPr/>
        </p:nvGrpSpPr>
        <p:grpSpPr>
          <a:xfrm>
            <a:off x="10314676" y="7146832"/>
            <a:ext cx="5436989" cy="2184645"/>
            <a:chOff x="1197701" y="-76200"/>
            <a:chExt cx="7249319" cy="2912859"/>
          </a:xfrm>
        </p:grpSpPr>
        <p:sp>
          <p:nvSpPr>
            <p:cNvPr id="504" name="Google Shape;504;p20"/>
            <p:cNvSpPr txBox="1"/>
            <p:nvPr/>
          </p:nvSpPr>
          <p:spPr>
            <a:xfrm>
              <a:off x="1197701" y="-76200"/>
              <a:ext cx="418326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đang xử lý </a:t>
              </a:r>
              <a:endParaRPr/>
            </a:p>
          </p:txBody>
        </p:sp>
        <p:sp>
          <p:nvSpPr>
            <p:cNvPr id="505" name="Google Shape;505;p20"/>
            <p:cNvSpPr txBox="1"/>
            <p:nvPr/>
          </p:nvSpPr>
          <p:spPr>
            <a:xfrm>
              <a:off x="1197701" y="1956126"/>
              <a:ext cx="7249319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kề không phải tường</a:t>
              </a:r>
              <a:endParaRPr/>
            </a:p>
          </p:txBody>
        </p:sp>
        <p:sp>
          <p:nvSpPr>
            <p:cNvPr id="506" name="Google Shape;506;p20"/>
            <p:cNvSpPr txBox="1"/>
            <p:nvPr/>
          </p:nvSpPr>
          <p:spPr>
            <a:xfrm>
              <a:off x="1197701" y="939963"/>
              <a:ext cx="338951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đã xử lý </a:t>
              </a:r>
              <a:endParaRPr/>
            </a:p>
          </p:txBody>
        </p:sp>
      </p:grpSp>
      <p:graphicFrame>
        <p:nvGraphicFramePr>
          <p:cNvPr id="507" name="Google Shape;507;p20"/>
          <p:cNvGraphicFramePr/>
          <p:nvPr/>
        </p:nvGraphicFramePr>
        <p:xfrm>
          <a:off x="0" y="15194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8" name="Google Shape;508;p20"/>
          <p:cNvGraphicFramePr/>
          <p:nvPr/>
        </p:nvGraphicFramePr>
        <p:xfrm>
          <a:off x="0" y="759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9" name="Google Shape;509;p20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</a:tbl>
          </a:graphicData>
        </a:graphic>
      </p:graphicFrame>
      <p:sp>
        <p:nvSpPr>
          <p:cNvPr id="510" name="Google Shape;510;p20"/>
          <p:cNvSpPr txBox="1"/>
          <p:nvPr/>
        </p:nvSpPr>
        <p:spPr>
          <a:xfrm>
            <a:off x="6089662" y="4851400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(2,4,5)</a:t>
            </a:r>
            <a:endParaRPr/>
          </a:p>
        </p:txBody>
      </p:sp>
      <p:sp>
        <p:nvSpPr>
          <p:cNvPr id="511" name="Google Shape;511;p20"/>
          <p:cNvSpPr txBox="1"/>
          <p:nvPr/>
        </p:nvSpPr>
        <p:spPr>
          <a:xfrm>
            <a:off x="8371254" y="4843332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(4,4,5)</a:t>
            </a:r>
            <a:endParaRPr/>
          </a:p>
        </p:txBody>
      </p:sp>
      <p:sp>
        <p:nvSpPr>
          <p:cNvPr id="512" name="Google Shape;512;p20"/>
          <p:cNvSpPr txBox="1"/>
          <p:nvPr/>
        </p:nvSpPr>
        <p:spPr>
          <a:xfrm>
            <a:off x="10696486" y="4843332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(6,3,6)</a:t>
            </a:r>
            <a:endParaRPr/>
          </a:p>
        </p:txBody>
      </p:sp>
      <p:sp>
        <p:nvSpPr>
          <p:cNvPr id="513" name="Google Shape;513;p20"/>
          <p:cNvSpPr txBox="1"/>
          <p:nvPr/>
        </p:nvSpPr>
        <p:spPr>
          <a:xfrm>
            <a:off x="879376" y="1411025"/>
            <a:ext cx="5033268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8: Xử lý (6,2)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19" name="Google Shape;519;p21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520" name="Google Shape;520;p21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21" name="Google Shape;521;p21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2" name="Google Shape;522;p21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523" name="Google Shape;523;p21"/>
          <p:cNvGraphicFramePr/>
          <p:nvPr/>
        </p:nvGraphicFramePr>
        <p:xfrm>
          <a:off x="2020529" y="2455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1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8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cxnSp>
        <p:nvCxnSpPr>
          <p:cNvPr id="524" name="Google Shape;524;p21"/>
          <p:cNvCxnSpPr/>
          <p:nvPr/>
        </p:nvCxnSpPr>
        <p:spPr>
          <a:xfrm>
            <a:off x="10504704" y="441375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5" name="Google Shape;525;p21"/>
          <p:cNvCxnSpPr/>
          <p:nvPr/>
        </p:nvCxnSpPr>
        <p:spPr>
          <a:xfrm>
            <a:off x="10504704" y="585710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6" name="Google Shape;526;p21"/>
          <p:cNvSpPr txBox="1"/>
          <p:nvPr/>
        </p:nvSpPr>
        <p:spPr>
          <a:xfrm>
            <a:off x="11721602" y="3210955"/>
            <a:ext cx="405844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Queue:</a:t>
            </a:r>
            <a:endParaRPr/>
          </a:p>
        </p:txBody>
      </p:sp>
      <p:grpSp>
        <p:nvGrpSpPr>
          <p:cNvPr id="527" name="Google Shape;527;p21"/>
          <p:cNvGrpSpPr/>
          <p:nvPr/>
        </p:nvGrpSpPr>
        <p:grpSpPr>
          <a:xfrm>
            <a:off x="10314676" y="7146832"/>
            <a:ext cx="5436989" cy="2184645"/>
            <a:chOff x="1197701" y="-76200"/>
            <a:chExt cx="7249319" cy="2912859"/>
          </a:xfrm>
        </p:grpSpPr>
        <p:sp>
          <p:nvSpPr>
            <p:cNvPr id="528" name="Google Shape;528;p21"/>
            <p:cNvSpPr txBox="1"/>
            <p:nvPr/>
          </p:nvSpPr>
          <p:spPr>
            <a:xfrm>
              <a:off x="1197701" y="-76200"/>
              <a:ext cx="418326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đang xử lý </a:t>
              </a:r>
              <a:endParaRPr/>
            </a:p>
          </p:txBody>
        </p:sp>
        <p:sp>
          <p:nvSpPr>
            <p:cNvPr id="529" name="Google Shape;529;p21"/>
            <p:cNvSpPr txBox="1"/>
            <p:nvPr/>
          </p:nvSpPr>
          <p:spPr>
            <a:xfrm>
              <a:off x="1197701" y="1956126"/>
              <a:ext cx="7249319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kề không phải tường</a:t>
              </a:r>
              <a:endParaRPr/>
            </a:p>
          </p:txBody>
        </p:sp>
        <p:sp>
          <p:nvSpPr>
            <p:cNvPr id="530" name="Google Shape;530;p21"/>
            <p:cNvSpPr txBox="1"/>
            <p:nvPr/>
          </p:nvSpPr>
          <p:spPr>
            <a:xfrm>
              <a:off x="1197701" y="939963"/>
              <a:ext cx="338951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đã xử lý </a:t>
              </a:r>
              <a:endParaRPr/>
            </a:p>
          </p:txBody>
        </p:sp>
      </p:grpSp>
      <p:graphicFrame>
        <p:nvGraphicFramePr>
          <p:cNvPr id="531" name="Google Shape;531;p21"/>
          <p:cNvGraphicFramePr/>
          <p:nvPr/>
        </p:nvGraphicFramePr>
        <p:xfrm>
          <a:off x="0" y="15194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2" name="Google Shape;532;p21"/>
          <p:cNvGraphicFramePr/>
          <p:nvPr/>
        </p:nvGraphicFramePr>
        <p:xfrm>
          <a:off x="0" y="759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3" name="Google Shape;533;p21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</a:tbl>
          </a:graphicData>
        </a:graphic>
      </p:graphicFrame>
      <p:sp>
        <p:nvSpPr>
          <p:cNvPr id="534" name="Google Shape;534;p21"/>
          <p:cNvSpPr txBox="1"/>
          <p:nvPr/>
        </p:nvSpPr>
        <p:spPr>
          <a:xfrm>
            <a:off x="6089662" y="4851400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(4,4,5)</a:t>
            </a:r>
            <a:endParaRPr/>
          </a:p>
        </p:txBody>
      </p:sp>
      <p:sp>
        <p:nvSpPr>
          <p:cNvPr id="535" name="Google Shape;535;p21"/>
          <p:cNvSpPr txBox="1"/>
          <p:nvPr/>
        </p:nvSpPr>
        <p:spPr>
          <a:xfrm>
            <a:off x="8371254" y="4843332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(6,3,6)</a:t>
            </a:r>
            <a:endParaRPr/>
          </a:p>
        </p:txBody>
      </p:sp>
      <p:sp>
        <p:nvSpPr>
          <p:cNvPr id="536" name="Google Shape;536;p21"/>
          <p:cNvSpPr txBox="1"/>
          <p:nvPr/>
        </p:nvSpPr>
        <p:spPr>
          <a:xfrm>
            <a:off x="10696486" y="4843332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(2,5,6)</a:t>
            </a:r>
            <a:endParaRPr/>
          </a:p>
        </p:txBody>
      </p:sp>
      <p:sp>
        <p:nvSpPr>
          <p:cNvPr id="537" name="Google Shape;537;p21"/>
          <p:cNvSpPr txBox="1"/>
          <p:nvPr/>
        </p:nvSpPr>
        <p:spPr>
          <a:xfrm>
            <a:off x="879277" y="1411025"/>
            <a:ext cx="5033467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9: Xử lý (2,4)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43" name="Google Shape;543;p22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544" name="Google Shape;544;p22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45" name="Google Shape;545;p22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6" name="Google Shape;546;p22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547" name="Google Shape;547;p22"/>
          <p:cNvGraphicFramePr/>
          <p:nvPr/>
        </p:nvGraphicFramePr>
        <p:xfrm>
          <a:off x="2020529" y="2455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1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8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cxnSp>
        <p:nvCxnSpPr>
          <p:cNvPr id="548" name="Google Shape;548;p22"/>
          <p:cNvCxnSpPr/>
          <p:nvPr/>
        </p:nvCxnSpPr>
        <p:spPr>
          <a:xfrm>
            <a:off x="10504704" y="441375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9" name="Google Shape;549;p22"/>
          <p:cNvCxnSpPr/>
          <p:nvPr/>
        </p:nvCxnSpPr>
        <p:spPr>
          <a:xfrm>
            <a:off x="10504704" y="585710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0" name="Google Shape;550;p22"/>
          <p:cNvSpPr txBox="1"/>
          <p:nvPr/>
        </p:nvSpPr>
        <p:spPr>
          <a:xfrm>
            <a:off x="11721602" y="3210955"/>
            <a:ext cx="405844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Queue:</a:t>
            </a:r>
            <a:endParaRPr/>
          </a:p>
        </p:txBody>
      </p:sp>
      <p:grpSp>
        <p:nvGrpSpPr>
          <p:cNvPr id="551" name="Google Shape;551;p22"/>
          <p:cNvGrpSpPr/>
          <p:nvPr/>
        </p:nvGrpSpPr>
        <p:grpSpPr>
          <a:xfrm>
            <a:off x="10314676" y="7146832"/>
            <a:ext cx="5436989" cy="2184645"/>
            <a:chOff x="1197701" y="-76200"/>
            <a:chExt cx="7249319" cy="2912859"/>
          </a:xfrm>
        </p:grpSpPr>
        <p:sp>
          <p:nvSpPr>
            <p:cNvPr id="552" name="Google Shape;552;p22"/>
            <p:cNvSpPr txBox="1"/>
            <p:nvPr/>
          </p:nvSpPr>
          <p:spPr>
            <a:xfrm>
              <a:off x="1197701" y="-76200"/>
              <a:ext cx="418326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đang xử lý </a:t>
              </a:r>
              <a:endParaRPr/>
            </a:p>
          </p:txBody>
        </p:sp>
        <p:sp>
          <p:nvSpPr>
            <p:cNvPr id="553" name="Google Shape;553;p22"/>
            <p:cNvSpPr txBox="1"/>
            <p:nvPr/>
          </p:nvSpPr>
          <p:spPr>
            <a:xfrm>
              <a:off x="1197701" y="1956126"/>
              <a:ext cx="7249319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kề không phải tường</a:t>
              </a:r>
              <a:endParaRPr/>
            </a:p>
          </p:txBody>
        </p:sp>
        <p:sp>
          <p:nvSpPr>
            <p:cNvPr id="554" name="Google Shape;554;p22"/>
            <p:cNvSpPr txBox="1"/>
            <p:nvPr/>
          </p:nvSpPr>
          <p:spPr>
            <a:xfrm>
              <a:off x="1197701" y="939963"/>
              <a:ext cx="338951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đã xử lý </a:t>
              </a:r>
              <a:endParaRPr/>
            </a:p>
          </p:txBody>
        </p:sp>
      </p:grpSp>
      <p:graphicFrame>
        <p:nvGraphicFramePr>
          <p:cNvPr id="555" name="Google Shape;555;p22"/>
          <p:cNvGraphicFramePr/>
          <p:nvPr/>
        </p:nvGraphicFramePr>
        <p:xfrm>
          <a:off x="0" y="15194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6" name="Google Shape;556;p22"/>
          <p:cNvGraphicFramePr/>
          <p:nvPr/>
        </p:nvGraphicFramePr>
        <p:xfrm>
          <a:off x="0" y="759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7" name="Google Shape;557;p22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</a:tbl>
          </a:graphicData>
        </a:graphic>
      </p:graphicFrame>
      <p:sp>
        <p:nvSpPr>
          <p:cNvPr id="558" name="Google Shape;558;p22"/>
          <p:cNvSpPr txBox="1"/>
          <p:nvPr/>
        </p:nvSpPr>
        <p:spPr>
          <a:xfrm>
            <a:off x="6089662" y="4851400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(4,4,5)</a:t>
            </a:r>
            <a:endParaRPr/>
          </a:p>
        </p:txBody>
      </p:sp>
      <p:sp>
        <p:nvSpPr>
          <p:cNvPr id="559" name="Google Shape;559;p22"/>
          <p:cNvSpPr txBox="1"/>
          <p:nvPr/>
        </p:nvSpPr>
        <p:spPr>
          <a:xfrm>
            <a:off x="8371254" y="4843332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(6,3,6)</a:t>
            </a:r>
            <a:endParaRPr/>
          </a:p>
        </p:txBody>
      </p:sp>
      <p:sp>
        <p:nvSpPr>
          <p:cNvPr id="560" name="Google Shape;560;p22"/>
          <p:cNvSpPr txBox="1"/>
          <p:nvPr/>
        </p:nvSpPr>
        <p:spPr>
          <a:xfrm>
            <a:off x="10696486" y="4843332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(2,5,6)</a:t>
            </a:r>
            <a:endParaRPr/>
          </a:p>
        </p:txBody>
      </p:sp>
      <p:sp>
        <p:nvSpPr>
          <p:cNvPr id="561" name="Google Shape;561;p22"/>
          <p:cNvSpPr txBox="1"/>
          <p:nvPr/>
        </p:nvSpPr>
        <p:spPr>
          <a:xfrm>
            <a:off x="879277" y="1411025"/>
            <a:ext cx="5033467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9: Xử lý (2,4)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67" name="Google Shape;567;p23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568" name="Google Shape;568;p23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69" name="Google Shape;569;p23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0" name="Google Shape;570;p23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571" name="Google Shape;571;p23"/>
          <p:cNvGraphicFramePr/>
          <p:nvPr/>
        </p:nvGraphicFramePr>
        <p:xfrm>
          <a:off x="2020529" y="2455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1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cxnSp>
        <p:nvCxnSpPr>
          <p:cNvPr id="572" name="Google Shape;572;p23"/>
          <p:cNvCxnSpPr/>
          <p:nvPr/>
        </p:nvCxnSpPr>
        <p:spPr>
          <a:xfrm>
            <a:off x="10504704" y="441375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3" name="Google Shape;573;p23"/>
          <p:cNvCxnSpPr/>
          <p:nvPr/>
        </p:nvCxnSpPr>
        <p:spPr>
          <a:xfrm>
            <a:off x="10504704" y="585710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4" name="Google Shape;574;p23"/>
          <p:cNvSpPr txBox="1"/>
          <p:nvPr/>
        </p:nvSpPr>
        <p:spPr>
          <a:xfrm>
            <a:off x="11721602" y="3210955"/>
            <a:ext cx="405844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Queue:</a:t>
            </a:r>
            <a:endParaRPr/>
          </a:p>
        </p:txBody>
      </p:sp>
      <p:grpSp>
        <p:nvGrpSpPr>
          <p:cNvPr id="575" name="Google Shape;575;p23"/>
          <p:cNvGrpSpPr/>
          <p:nvPr/>
        </p:nvGrpSpPr>
        <p:grpSpPr>
          <a:xfrm>
            <a:off x="10314676" y="7146832"/>
            <a:ext cx="5436989" cy="2184645"/>
            <a:chOff x="1197701" y="-76200"/>
            <a:chExt cx="7249319" cy="2912859"/>
          </a:xfrm>
        </p:grpSpPr>
        <p:sp>
          <p:nvSpPr>
            <p:cNvPr id="576" name="Google Shape;576;p23"/>
            <p:cNvSpPr txBox="1"/>
            <p:nvPr/>
          </p:nvSpPr>
          <p:spPr>
            <a:xfrm>
              <a:off x="1197701" y="-76200"/>
              <a:ext cx="418326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đang xử lý </a:t>
              </a:r>
              <a:endParaRPr/>
            </a:p>
          </p:txBody>
        </p:sp>
        <p:sp>
          <p:nvSpPr>
            <p:cNvPr id="577" name="Google Shape;577;p23"/>
            <p:cNvSpPr txBox="1"/>
            <p:nvPr/>
          </p:nvSpPr>
          <p:spPr>
            <a:xfrm>
              <a:off x="1197701" y="1956126"/>
              <a:ext cx="7249319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kề không phải tường</a:t>
              </a:r>
              <a:endParaRPr/>
            </a:p>
          </p:txBody>
        </p:sp>
        <p:sp>
          <p:nvSpPr>
            <p:cNvPr id="578" name="Google Shape;578;p23"/>
            <p:cNvSpPr txBox="1"/>
            <p:nvPr/>
          </p:nvSpPr>
          <p:spPr>
            <a:xfrm>
              <a:off x="1197701" y="939963"/>
              <a:ext cx="338951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đã xử lý </a:t>
              </a:r>
              <a:endParaRPr/>
            </a:p>
          </p:txBody>
        </p:sp>
      </p:grpSp>
      <p:graphicFrame>
        <p:nvGraphicFramePr>
          <p:cNvPr id="579" name="Google Shape;579;p23"/>
          <p:cNvGraphicFramePr/>
          <p:nvPr/>
        </p:nvGraphicFramePr>
        <p:xfrm>
          <a:off x="0" y="15194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0" name="Google Shape;580;p23"/>
          <p:cNvGraphicFramePr/>
          <p:nvPr/>
        </p:nvGraphicFramePr>
        <p:xfrm>
          <a:off x="0" y="759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1" name="Google Shape;581;p23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</a:tbl>
          </a:graphicData>
        </a:graphic>
      </p:graphicFrame>
      <p:sp>
        <p:nvSpPr>
          <p:cNvPr id="582" name="Google Shape;582;p23"/>
          <p:cNvSpPr txBox="1"/>
          <p:nvPr/>
        </p:nvSpPr>
        <p:spPr>
          <a:xfrm>
            <a:off x="6089662" y="4851400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(6,3,6)</a:t>
            </a:r>
            <a:endParaRPr/>
          </a:p>
        </p:txBody>
      </p:sp>
      <p:sp>
        <p:nvSpPr>
          <p:cNvPr id="583" name="Google Shape;583;p23"/>
          <p:cNvSpPr txBox="1"/>
          <p:nvPr/>
        </p:nvSpPr>
        <p:spPr>
          <a:xfrm>
            <a:off x="8371254" y="4843332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(2,5,6)</a:t>
            </a:r>
            <a:endParaRPr/>
          </a:p>
        </p:txBody>
      </p:sp>
      <p:sp>
        <p:nvSpPr>
          <p:cNvPr id="584" name="Google Shape;584;p23"/>
          <p:cNvSpPr txBox="1"/>
          <p:nvPr/>
        </p:nvSpPr>
        <p:spPr>
          <a:xfrm>
            <a:off x="707926" y="1411025"/>
            <a:ext cx="5376168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10: Xử lý (4,4)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90" name="Google Shape;590;p24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591" name="Google Shape;591;p24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92" name="Google Shape;592;p24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3" name="Google Shape;593;p24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594" name="Google Shape;594;p24"/>
          <p:cNvGraphicFramePr/>
          <p:nvPr/>
        </p:nvGraphicFramePr>
        <p:xfrm>
          <a:off x="2020529" y="2455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1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cxnSp>
        <p:nvCxnSpPr>
          <p:cNvPr id="595" name="Google Shape;595;p24"/>
          <p:cNvCxnSpPr/>
          <p:nvPr/>
        </p:nvCxnSpPr>
        <p:spPr>
          <a:xfrm>
            <a:off x="10504704" y="441375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6" name="Google Shape;596;p24"/>
          <p:cNvCxnSpPr/>
          <p:nvPr/>
        </p:nvCxnSpPr>
        <p:spPr>
          <a:xfrm>
            <a:off x="10504704" y="585710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7" name="Google Shape;597;p24"/>
          <p:cNvSpPr txBox="1"/>
          <p:nvPr/>
        </p:nvSpPr>
        <p:spPr>
          <a:xfrm>
            <a:off x="11721602" y="3210955"/>
            <a:ext cx="405844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Queue:</a:t>
            </a:r>
            <a:endParaRPr/>
          </a:p>
        </p:txBody>
      </p:sp>
      <p:grpSp>
        <p:nvGrpSpPr>
          <p:cNvPr id="598" name="Google Shape;598;p24"/>
          <p:cNvGrpSpPr/>
          <p:nvPr/>
        </p:nvGrpSpPr>
        <p:grpSpPr>
          <a:xfrm>
            <a:off x="10314676" y="7146832"/>
            <a:ext cx="5436989" cy="2184645"/>
            <a:chOff x="1197701" y="-76200"/>
            <a:chExt cx="7249319" cy="2912859"/>
          </a:xfrm>
        </p:grpSpPr>
        <p:sp>
          <p:nvSpPr>
            <p:cNvPr id="599" name="Google Shape;599;p24"/>
            <p:cNvSpPr txBox="1"/>
            <p:nvPr/>
          </p:nvSpPr>
          <p:spPr>
            <a:xfrm>
              <a:off x="1197701" y="-76200"/>
              <a:ext cx="418326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đang xử lý </a:t>
              </a:r>
              <a:endParaRPr/>
            </a:p>
          </p:txBody>
        </p:sp>
        <p:sp>
          <p:nvSpPr>
            <p:cNvPr id="600" name="Google Shape;600;p24"/>
            <p:cNvSpPr txBox="1"/>
            <p:nvPr/>
          </p:nvSpPr>
          <p:spPr>
            <a:xfrm>
              <a:off x="1197701" y="1956126"/>
              <a:ext cx="7249319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kề không phải tường</a:t>
              </a:r>
              <a:endParaRPr/>
            </a:p>
          </p:txBody>
        </p:sp>
        <p:sp>
          <p:nvSpPr>
            <p:cNvPr id="601" name="Google Shape;601;p24"/>
            <p:cNvSpPr txBox="1"/>
            <p:nvPr/>
          </p:nvSpPr>
          <p:spPr>
            <a:xfrm>
              <a:off x="1197701" y="939963"/>
              <a:ext cx="338951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đã xử lý </a:t>
              </a:r>
              <a:endParaRPr/>
            </a:p>
          </p:txBody>
        </p:sp>
      </p:grpSp>
      <p:graphicFrame>
        <p:nvGraphicFramePr>
          <p:cNvPr id="602" name="Google Shape;602;p24"/>
          <p:cNvGraphicFramePr/>
          <p:nvPr/>
        </p:nvGraphicFramePr>
        <p:xfrm>
          <a:off x="0" y="15194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03" name="Google Shape;603;p24"/>
          <p:cNvGraphicFramePr/>
          <p:nvPr/>
        </p:nvGraphicFramePr>
        <p:xfrm>
          <a:off x="0" y="759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04" name="Google Shape;604;p24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</a:tbl>
          </a:graphicData>
        </a:graphic>
      </p:graphicFrame>
      <p:sp>
        <p:nvSpPr>
          <p:cNvPr id="605" name="Google Shape;605;p24"/>
          <p:cNvSpPr txBox="1"/>
          <p:nvPr/>
        </p:nvSpPr>
        <p:spPr>
          <a:xfrm>
            <a:off x="6089662" y="4851400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(6,3,6)</a:t>
            </a:r>
            <a:endParaRPr/>
          </a:p>
        </p:txBody>
      </p:sp>
      <p:sp>
        <p:nvSpPr>
          <p:cNvPr id="606" name="Google Shape;606;p24"/>
          <p:cNvSpPr txBox="1"/>
          <p:nvPr/>
        </p:nvSpPr>
        <p:spPr>
          <a:xfrm>
            <a:off x="8371254" y="4843332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(2,5,6)</a:t>
            </a:r>
            <a:endParaRPr/>
          </a:p>
        </p:txBody>
      </p:sp>
      <p:sp>
        <p:nvSpPr>
          <p:cNvPr id="607" name="Google Shape;607;p24"/>
          <p:cNvSpPr txBox="1"/>
          <p:nvPr/>
        </p:nvSpPr>
        <p:spPr>
          <a:xfrm>
            <a:off x="707926" y="1411025"/>
            <a:ext cx="5376168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10: Xử lý (4,4)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2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13" name="Google Shape;613;p25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614" name="Google Shape;614;p25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15" name="Google Shape;615;p25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6" name="Google Shape;616;p25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617" name="Google Shape;617;p25"/>
          <p:cNvGraphicFramePr/>
          <p:nvPr/>
        </p:nvGraphicFramePr>
        <p:xfrm>
          <a:off x="2020529" y="2455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1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1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cxnSp>
        <p:nvCxnSpPr>
          <p:cNvPr id="618" name="Google Shape;618;p25"/>
          <p:cNvCxnSpPr/>
          <p:nvPr/>
        </p:nvCxnSpPr>
        <p:spPr>
          <a:xfrm>
            <a:off x="10504704" y="441375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9" name="Google Shape;619;p25"/>
          <p:cNvCxnSpPr/>
          <p:nvPr/>
        </p:nvCxnSpPr>
        <p:spPr>
          <a:xfrm>
            <a:off x="10504704" y="585710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0" name="Google Shape;620;p25"/>
          <p:cNvSpPr txBox="1"/>
          <p:nvPr/>
        </p:nvSpPr>
        <p:spPr>
          <a:xfrm>
            <a:off x="11721602" y="3210955"/>
            <a:ext cx="405844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Queue:</a:t>
            </a:r>
            <a:endParaRPr/>
          </a:p>
        </p:txBody>
      </p:sp>
      <p:grpSp>
        <p:nvGrpSpPr>
          <p:cNvPr id="621" name="Google Shape;621;p25"/>
          <p:cNvGrpSpPr/>
          <p:nvPr/>
        </p:nvGrpSpPr>
        <p:grpSpPr>
          <a:xfrm>
            <a:off x="10314676" y="7146832"/>
            <a:ext cx="5436989" cy="2184645"/>
            <a:chOff x="1197701" y="-76200"/>
            <a:chExt cx="7249319" cy="2912859"/>
          </a:xfrm>
        </p:grpSpPr>
        <p:sp>
          <p:nvSpPr>
            <p:cNvPr id="622" name="Google Shape;622;p25"/>
            <p:cNvSpPr txBox="1"/>
            <p:nvPr/>
          </p:nvSpPr>
          <p:spPr>
            <a:xfrm>
              <a:off x="1197701" y="-76200"/>
              <a:ext cx="418326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đang xử lý </a:t>
              </a:r>
              <a:endParaRPr/>
            </a:p>
          </p:txBody>
        </p:sp>
        <p:sp>
          <p:nvSpPr>
            <p:cNvPr id="623" name="Google Shape;623;p25"/>
            <p:cNvSpPr txBox="1"/>
            <p:nvPr/>
          </p:nvSpPr>
          <p:spPr>
            <a:xfrm>
              <a:off x="1197701" y="1956126"/>
              <a:ext cx="7249319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kề không phải tường</a:t>
              </a:r>
              <a:endParaRPr/>
            </a:p>
          </p:txBody>
        </p:sp>
        <p:sp>
          <p:nvSpPr>
            <p:cNvPr id="624" name="Google Shape;624;p25"/>
            <p:cNvSpPr txBox="1"/>
            <p:nvPr/>
          </p:nvSpPr>
          <p:spPr>
            <a:xfrm>
              <a:off x="1197701" y="939963"/>
              <a:ext cx="338951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đã xử lý </a:t>
              </a:r>
              <a:endParaRPr/>
            </a:p>
          </p:txBody>
        </p:sp>
      </p:grpSp>
      <p:graphicFrame>
        <p:nvGraphicFramePr>
          <p:cNvPr id="625" name="Google Shape;625;p25"/>
          <p:cNvGraphicFramePr/>
          <p:nvPr/>
        </p:nvGraphicFramePr>
        <p:xfrm>
          <a:off x="0" y="15194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6" name="Google Shape;626;p25"/>
          <p:cNvGraphicFramePr/>
          <p:nvPr/>
        </p:nvGraphicFramePr>
        <p:xfrm>
          <a:off x="0" y="759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27" name="Google Shape;627;p25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</a:tbl>
          </a:graphicData>
        </a:graphic>
      </p:graphicFrame>
      <p:sp>
        <p:nvSpPr>
          <p:cNvPr id="628" name="Google Shape;628;p25"/>
          <p:cNvSpPr txBox="1"/>
          <p:nvPr/>
        </p:nvSpPr>
        <p:spPr>
          <a:xfrm>
            <a:off x="6089662" y="4851400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(2,5,6)</a:t>
            </a:r>
            <a:endParaRPr/>
          </a:p>
        </p:txBody>
      </p:sp>
      <p:sp>
        <p:nvSpPr>
          <p:cNvPr id="629" name="Google Shape;629;p25"/>
          <p:cNvSpPr txBox="1"/>
          <p:nvPr/>
        </p:nvSpPr>
        <p:spPr>
          <a:xfrm>
            <a:off x="8371254" y="4843332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(6,4,7)</a:t>
            </a:r>
            <a:endParaRPr/>
          </a:p>
        </p:txBody>
      </p:sp>
      <p:sp>
        <p:nvSpPr>
          <p:cNvPr id="630" name="Google Shape;630;p25"/>
          <p:cNvSpPr txBox="1"/>
          <p:nvPr/>
        </p:nvSpPr>
        <p:spPr>
          <a:xfrm>
            <a:off x="750590" y="1411025"/>
            <a:ext cx="5290840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11: Xử lý (6,3)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2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36" name="Google Shape;636;p26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637" name="Google Shape;637;p26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38" name="Google Shape;638;p26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9" name="Google Shape;639;p26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640" name="Google Shape;640;p26"/>
          <p:cNvGraphicFramePr/>
          <p:nvPr/>
        </p:nvGraphicFramePr>
        <p:xfrm>
          <a:off x="2020529" y="2455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1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1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cxnSp>
        <p:nvCxnSpPr>
          <p:cNvPr id="641" name="Google Shape;641;p26"/>
          <p:cNvCxnSpPr/>
          <p:nvPr/>
        </p:nvCxnSpPr>
        <p:spPr>
          <a:xfrm>
            <a:off x="10504704" y="441375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2" name="Google Shape;642;p26"/>
          <p:cNvCxnSpPr/>
          <p:nvPr/>
        </p:nvCxnSpPr>
        <p:spPr>
          <a:xfrm>
            <a:off x="10504704" y="585710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3" name="Google Shape;643;p26"/>
          <p:cNvSpPr txBox="1"/>
          <p:nvPr/>
        </p:nvSpPr>
        <p:spPr>
          <a:xfrm>
            <a:off x="11721602" y="3210955"/>
            <a:ext cx="405844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Queue:</a:t>
            </a:r>
            <a:endParaRPr/>
          </a:p>
        </p:txBody>
      </p:sp>
      <p:grpSp>
        <p:nvGrpSpPr>
          <p:cNvPr id="644" name="Google Shape;644;p26"/>
          <p:cNvGrpSpPr/>
          <p:nvPr/>
        </p:nvGrpSpPr>
        <p:grpSpPr>
          <a:xfrm>
            <a:off x="10314676" y="7146832"/>
            <a:ext cx="5436989" cy="2184645"/>
            <a:chOff x="1197701" y="-76200"/>
            <a:chExt cx="7249319" cy="2912859"/>
          </a:xfrm>
        </p:grpSpPr>
        <p:sp>
          <p:nvSpPr>
            <p:cNvPr id="645" name="Google Shape;645;p26"/>
            <p:cNvSpPr txBox="1"/>
            <p:nvPr/>
          </p:nvSpPr>
          <p:spPr>
            <a:xfrm>
              <a:off x="1197701" y="-76200"/>
              <a:ext cx="418326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đang xử lý </a:t>
              </a:r>
              <a:endParaRPr/>
            </a:p>
          </p:txBody>
        </p:sp>
        <p:sp>
          <p:nvSpPr>
            <p:cNvPr id="646" name="Google Shape;646;p26"/>
            <p:cNvSpPr txBox="1"/>
            <p:nvPr/>
          </p:nvSpPr>
          <p:spPr>
            <a:xfrm>
              <a:off x="1197701" y="1956126"/>
              <a:ext cx="7249319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kề không phải tường</a:t>
              </a:r>
              <a:endParaRPr/>
            </a:p>
          </p:txBody>
        </p:sp>
        <p:sp>
          <p:nvSpPr>
            <p:cNvPr id="647" name="Google Shape;647;p26"/>
            <p:cNvSpPr txBox="1"/>
            <p:nvPr/>
          </p:nvSpPr>
          <p:spPr>
            <a:xfrm>
              <a:off x="1197701" y="939963"/>
              <a:ext cx="338951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đã xử lý </a:t>
              </a:r>
              <a:endParaRPr/>
            </a:p>
          </p:txBody>
        </p:sp>
      </p:grpSp>
      <p:graphicFrame>
        <p:nvGraphicFramePr>
          <p:cNvPr id="648" name="Google Shape;648;p26"/>
          <p:cNvGraphicFramePr/>
          <p:nvPr/>
        </p:nvGraphicFramePr>
        <p:xfrm>
          <a:off x="0" y="15194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49" name="Google Shape;649;p26"/>
          <p:cNvGraphicFramePr/>
          <p:nvPr/>
        </p:nvGraphicFramePr>
        <p:xfrm>
          <a:off x="0" y="759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50" name="Google Shape;650;p26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</a:tbl>
          </a:graphicData>
        </a:graphic>
      </p:graphicFrame>
      <p:sp>
        <p:nvSpPr>
          <p:cNvPr id="651" name="Google Shape;651;p26"/>
          <p:cNvSpPr txBox="1"/>
          <p:nvPr/>
        </p:nvSpPr>
        <p:spPr>
          <a:xfrm>
            <a:off x="6089662" y="4851400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(2,5,6)</a:t>
            </a:r>
            <a:endParaRPr/>
          </a:p>
        </p:txBody>
      </p:sp>
      <p:sp>
        <p:nvSpPr>
          <p:cNvPr id="652" name="Google Shape;652;p26"/>
          <p:cNvSpPr txBox="1"/>
          <p:nvPr/>
        </p:nvSpPr>
        <p:spPr>
          <a:xfrm>
            <a:off x="8371254" y="4843332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(6,4,7)</a:t>
            </a:r>
            <a:endParaRPr/>
          </a:p>
        </p:txBody>
      </p:sp>
      <p:sp>
        <p:nvSpPr>
          <p:cNvPr id="653" name="Google Shape;653;p26"/>
          <p:cNvSpPr txBox="1"/>
          <p:nvPr/>
        </p:nvSpPr>
        <p:spPr>
          <a:xfrm>
            <a:off x="750590" y="1411025"/>
            <a:ext cx="5290840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11: Xử lý (6,3)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2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59" name="Google Shape;659;p27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660" name="Google Shape;660;p27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61" name="Google Shape;661;p27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2" name="Google Shape;662;p27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663" name="Google Shape;663;p27"/>
          <p:cNvGraphicFramePr/>
          <p:nvPr/>
        </p:nvGraphicFramePr>
        <p:xfrm>
          <a:off x="2020529" y="2455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1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1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cxnSp>
        <p:nvCxnSpPr>
          <p:cNvPr id="664" name="Google Shape;664;p27"/>
          <p:cNvCxnSpPr/>
          <p:nvPr/>
        </p:nvCxnSpPr>
        <p:spPr>
          <a:xfrm>
            <a:off x="10504704" y="441375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5" name="Google Shape;665;p27"/>
          <p:cNvCxnSpPr/>
          <p:nvPr/>
        </p:nvCxnSpPr>
        <p:spPr>
          <a:xfrm>
            <a:off x="10504704" y="585710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6" name="Google Shape;666;p27"/>
          <p:cNvSpPr txBox="1"/>
          <p:nvPr/>
        </p:nvSpPr>
        <p:spPr>
          <a:xfrm>
            <a:off x="11721602" y="3210955"/>
            <a:ext cx="405844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Queue:</a:t>
            </a:r>
            <a:endParaRPr/>
          </a:p>
        </p:txBody>
      </p:sp>
      <p:grpSp>
        <p:nvGrpSpPr>
          <p:cNvPr id="667" name="Google Shape;667;p27"/>
          <p:cNvGrpSpPr/>
          <p:nvPr/>
        </p:nvGrpSpPr>
        <p:grpSpPr>
          <a:xfrm>
            <a:off x="10314676" y="7146832"/>
            <a:ext cx="5436989" cy="2184645"/>
            <a:chOff x="1197701" y="-76200"/>
            <a:chExt cx="7249319" cy="2912859"/>
          </a:xfrm>
        </p:grpSpPr>
        <p:sp>
          <p:nvSpPr>
            <p:cNvPr id="668" name="Google Shape;668;p27"/>
            <p:cNvSpPr txBox="1"/>
            <p:nvPr/>
          </p:nvSpPr>
          <p:spPr>
            <a:xfrm>
              <a:off x="1197701" y="-76200"/>
              <a:ext cx="418326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đang xử lý </a:t>
              </a:r>
              <a:endParaRPr/>
            </a:p>
          </p:txBody>
        </p:sp>
        <p:sp>
          <p:nvSpPr>
            <p:cNvPr id="669" name="Google Shape;669;p27"/>
            <p:cNvSpPr txBox="1"/>
            <p:nvPr/>
          </p:nvSpPr>
          <p:spPr>
            <a:xfrm>
              <a:off x="1197701" y="1956126"/>
              <a:ext cx="7249319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kề không phải tường</a:t>
              </a:r>
              <a:endParaRPr/>
            </a:p>
          </p:txBody>
        </p:sp>
        <p:sp>
          <p:nvSpPr>
            <p:cNvPr id="670" name="Google Shape;670;p27"/>
            <p:cNvSpPr txBox="1"/>
            <p:nvPr/>
          </p:nvSpPr>
          <p:spPr>
            <a:xfrm>
              <a:off x="1197701" y="939963"/>
              <a:ext cx="338951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đã xử lý </a:t>
              </a:r>
              <a:endParaRPr/>
            </a:p>
          </p:txBody>
        </p:sp>
      </p:grpSp>
      <p:graphicFrame>
        <p:nvGraphicFramePr>
          <p:cNvPr id="671" name="Google Shape;671;p27"/>
          <p:cNvGraphicFramePr/>
          <p:nvPr/>
        </p:nvGraphicFramePr>
        <p:xfrm>
          <a:off x="0" y="15194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72" name="Google Shape;672;p27"/>
          <p:cNvGraphicFramePr/>
          <p:nvPr/>
        </p:nvGraphicFramePr>
        <p:xfrm>
          <a:off x="0" y="759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73" name="Google Shape;673;p27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</a:tbl>
          </a:graphicData>
        </a:graphic>
      </p:graphicFrame>
      <p:sp>
        <p:nvSpPr>
          <p:cNvPr id="674" name="Google Shape;674;p27"/>
          <p:cNvSpPr txBox="1"/>
          <p:nvPr/>
        </p:nvSpPr>
        <p:spPr>
          <a:xfrm>
            <a:off x="6089662" y="4851400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(6,4,7)</a:t>
            </a:r>
            <a:endParaRPr/>
          </a:p>
        </p:txBody>
      </p:sp>
      <p:sp>
        <p:nvSpPr>
          <p:cNvPr id="675" name="Google Shape;675;p27"/>
          <p:cNvSpPr txBox="1"/>
          <p:nvPr/>
        </p:nvSpPr>
        <p:spPr>
          <a:xfrm>
            <a:off x="8371254" y="4843332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(2,4,7)</a:t>
            </a:r>
            <a:endParaRPr/>
          </a:p>
        </p:txBody>
      </p:sp>
      <p:sp>
        <p:nvSpPr>
          <p:cNvPr id="676" name="Google Shape;676;p27"/>
          <p:cNvSpPr txBox="1"/>
          <p:nvPr/>
        </p:nvSpPr>
        <p:spPr>
          <a:xfrm>
            <a:off x="759073" y="1411025"/>
            <a:ext cx="5273873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12: Xử lý (2,5)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2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82" name="Google Shape;682;p28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683" name="Google Shape;683;p28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84" name="Google Shape;684;p28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5" name="Google Shape;685;p28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686" name="Google Shape;686;p28"/>
          <p:cNvGraphicFramePr/>
          <p:nvPr/>
        </p:nvGraphicFramePr>
        <p:xfrm>
          <a:off x="2020529" y="2455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1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1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cxnSp>
        <p:nvCxnSpPr>
          <p:cNvPr id="687" name="Google Shape;687;p28"/>
          <p:cNvCxnSpPr/>
          <p:nvPr/>
        </p:nvCxnSpPr>
        <p:spPr>
          <a:xfrm>
            <a:off x="10504704" y="441375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8" name="Google Shape;688;p28"/>
          <p:cNvCxnSpPr/>
          <p:nvPr/>
        </p:nvCxnSpPr>
        <p:spPr>
          <a:xfrm>
            <a:off x="10504704" y="585710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9" name="Google Shape;689;p28"/>
          <p:cNvSpPr txBox="1"/>
          <p:nvPr/>
        </p:nvSpPr>
        <p:spPr>
          <a:xfrm>
            <a:off x="11721602" y="3210955"/>
            <a:ext cx="405844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Queue:</a:t>
            </a:r>
            <a:endParaRPr/>
          </a:p>
        </p:txBody>
      </p:sp>
      <p:grpSp>
        <p:nvGrpSpPr>
          <p:cNvPr id="690" name="Google Shape;690;p28"/>
          <p:cNvGrpSpPr/>
          <p:nvPr/>
        </p:nvGrpSpPr>
        <p:grpSpPr>
          <a:xfrm>
            <a:off x="10314676" y="7146832"/>
            <a:ext cx="5436989" cy="2184645"/>
            <a:chOff x="1197701" y="-76200"/>
            <a:chExt cx="7249319" cy="2912859"/>
          </a:xfrm>
        </p:grpSpPr>
        <p:sp>
          <p:nvSpPr>
            <p:cNvPr id="691" name="Google Shape;691;p28"/>
            <p:cNvSpPr txBox="1"/>
            <p:nvPr/>
          </p:nvSpPr>
          <p:spPr>
            <a:xfrm>
              <a:off x="1197701" y="-76200"/>
              <a:ext cx="418326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đang xử lý </a:t>
              </a:r>
              <a:endParaRPr/>
            </a:p>
          </p:txBody>
        </p:sp>
        <p:sp>
          <p:nvSpPr>
            <p:cNvPr id="692" name="Google Shape;692;p28"/>
            <p:cNvSpPr txBox="1"/>
            <p:nvPr/>
          </p:nvSpPr>
          <p:spPr>
            <a:xfrm>
              <a:off x="1197701" y="1956126"/>
              <a:ext cx="7249319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kề không phải tường</a:t>
              </a:r>
              <a:endParaRPr/>
            </a:p>
          </p:txBody>
        </p:sp>
        <p:sp>
          <p:nvSpPr>
            <p:cNvPr id="693" name="Google Shape;693;p28"/>
            <p:cNvSpPr txBox="1"/>
            <p:nvPr/>
          </p:nvSpPr>
          <p:spPr>
            <a:xfrm>
              <a:off x="1197701" y="939963"/>
              <a:ext cx="338951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đã xử lý </a:t>
              </a:r>
              <a:endParaRPr/>
            </a:p>
          </p:txBody>
        </p:sp>
      </p:grpSp>
      <p:graphicFrame>
        <p:nvGraphicFramePr>
          <p:cNvPr id="694" name="Google Shape;694;p28"/>
          <p:cNvGraphicFramePr/>
          <p:nvPr/>
        </p:nvGraphicFramePr>
        <p:xfrm>
          <a:off x="0" y="15194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5" name="Google Shape;695;p28"/>
          <p:cNvGraphicFramePr/>
          <p:nvPr/>
        </p:nvGraphicFramePr>
        <p:xfrm>
          <a:off x="0" y="759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6" name="Google Shape;696;p28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</a:tbl>
          </a:graphicData>
        </a:graphic>
      </p:graphicFrame>
      <p:sp>
        <p:nvSpPr>
          <p:cNvPr id="697" name="Google Shape;697;p28"/>
          <p:cNvSpPr txBox="1"/>
          <p:nvPr/>
        </p:nvSpPr>
        <p:spPr>
          <a:xfrm>
            <a:off x="6089662" y="4851400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(6,4,7)</a:t>
            </a:r>
            <a:endParaRPr/>
          </a:p>
        </p:txBody>
      </p:sp>
      <p:sp>
        <p:nvSpPr>
          <p:cNvPr id="698" name="Google Shape;698;p28"/>
          <p:cNvSpPr txBox="1"/>
          <p:nvPr/>
        </p:nvSpPr>
        <p:spPr>
          <a:xfrm>
            <a:off x="8371254" y="4843332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(2,6,7)</a:t>
            </a:r>
            <a:endParaRPr/>
          </a:p>
        </p:txBody>
      </p:sp>
      <p:sp>
        <p:nvSpPr>
          <p:cNvPr id="699" name="Google Shape;699;p28"/>
          <p:cNvSpPr txBox="1"/>
          <p:nvPr/>
        </p:nvSpPr>
        <p:spPr>
          <a:xfrm>
            <a:off x="759073" y="1411025"/>
            <a:ext cx="5273873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12: Xử lý (2,5)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2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05" name="Google Shape;705;p29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706" name="Google Shape;706;p29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07" name="Google Shape;707;p29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08" name="Google Shape;708;p29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709" name="Google Shape;709;p29"/>
          <p:cNvGraphicFramePr/>
          <p:nvPr/>
        </p:nvGraphicFramePr>
        <p:xfrm>
          <a:off x="2020529" y="2455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1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1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cxnSp>
        <p:nvCxnSpPr>
          <p:cNvPr id="710" name="Google Shape;710;p29"/>
          <p:cNvCxnSpPr/>
          <p:nvPr/>
        </p:nvCxnSpPr>
        <p:spPr>
          <a:xfrm>
            <a:off x="10504704" y="441375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1" name="Google Shape;711;p29"/>
          <p:cNvCxnSpPr/>
          <p:nvPr/>
        </p:nvCxnSpPr>
        <p:spPr>
          <a:xfrm>
            <a:off x="10504704" y="585710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2" name="Google Shape;712;p29"/>
          <p:cNvSpPr txBox="1"/>
          <p:nvPr/>
        </p:nvSpPr>
        <p:spPr>
          <a:xfrm>
            <a:off x="11721602" y="3210955"/>
            <a:ext cx="405844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Queue:</a:t>
            </a:r>
            <a:endParaRPr/>
          </a:p>
        </p:txBody>
      </p:sp>
      <p:grpSp>
        <p:nvGrpSpPr>
          <p:cNvPr id="713" name="Google Shape;713;p29"/>
          <p:cNvGrpSpPr/>
          <p:nvPr/>
        </p:nvGrpSpPr>
        <p:grpSpPr>
          <a:xfrm>
            <a:off x="10314676" y="7146832"/>
            <a:ext cx="5436989" cy="2184645"/>
            <a:chOff x="1197701" y="-76200"/>
            <a:chExt cx="7249319" cy="2912859"/>
          </a:xfrm>
        </p:grpSpPr>
        <p:sp>
          <p:nvSpPr>
            <p:cNvPr id="714" name="Google Shape;714;p29"/>
            <p:cNvSpPr txBox="1"/>
            <p:nvPr/>
          </p:nvSpPr>
          <p:spPr>
            <a:xfrm>
              <a:off x="1197701" y="-76200"/>
              <a:ext cx="418326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đang xử lý </a:t>
              </a:r>
              <a:endParaRPr/>
            </a:p>
          </p:txBody>
        </p:sp>
        <p:sp>
          <p:nvSpPr>
            <p:cNvPr id="715" name="Google Shape;715;p29"/>
            <p:cNvSpPr txBox="1"/>
            <p:nvPr/>
          </p:nvSpPr>
          <p:spPr>
            <a:xfrm>
              <a:off x="1197701" y="1956126"/>
              <a:ext cx="7249319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kề không phải tường</a:t>
              </a:r>
              <a:endParaRPr/>
            </a:p>
          </p:txBody>
        </p:sp>
        <p:sp>
          <p:nvSpPr>
            <p:cNvPr id="716" name="Google Shape;716;p29"/>
            <p:cNvSpPr txBox="1"/>
            <p:nvPr/>
          </p:nvSpPr>
          <p:spPr>
            <a:xfrm>
              <a:off x="1197701" y="939963"/>
              <a:ext cx="338951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đã xử lý </a:t>
              </a:r>
              <a:endParaRPr/>
            </a:p>
          </p:txBody>
        </p:sp>
      </p:grpSp>
      <p:graphicFrame>
        <p:nvGraphicFramePr>
          <p:cNvPr id="717" name="Google Shape;717;p29"/>
          <p:cNvGraphicFramePr/>
          <p:nvPr/>
        </p:nvGraphicFramePr>
        <p:xfrm>
          <a:off x="0" y="15194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18" name="Google Shape;718;p29"/>
          <p:cNvGraphicFramePr/>
          <p:nvPr/>
        </p:nvGraphicFramePr>
        <p:xfrm>
          <a:off x="0" y="759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19" name="Google Shape;719;p29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</a:tbl>
          </a:graphicData>
        </a:graphic>
      </p:graphicFrame>
      <p:sp>
        <p:nvSpPr>
          <p:cNvPr id="720" name="Google Shape;720;p29"/>
          <p:cNvSpPr txBox="1"/>
          <p:nvPr/>
        </p:nvSpPr>
        <p:spPr>
          <a:xfrm>
            <a:off x="6089662" y="4851400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(2,6,7)</a:t>
            </a:r>
            <a:endParaRPr/>
          </a:p>
        </p:txBody>
      </p:sp>
      <p:sp>
        <p:nvSpPr>
          <p:cNvPr id="721" name="Google Shape;721;p29"/>
          <p:cNvSpPr txBox="1"/>
          <p:nvPr/>
        </p:nvSpPr>
        <p:spPr>
          <a:xfrm>
            <a:off x="8371254" y="4843332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(6,5,8)</a:t>
            </a:r>
            <a:endParaRPr/>
          </a:p>
        </p:txBody>
      </p:sp>
      <p:sp>
        <p:nvSpPr>
          <p:cNvPr id="722" name="Google Shape;722;p29"/>
          <p:cNvSpPr txBox="1"/>
          <p:nvPr/>
        </p:nvSpPr>
        <p:spPr>
          <a:xfrm>
            <a:off x="729754" y="1411025"/>
            <a:ext cx="5332512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13: Xử lý (6,4)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28" name="Google Shape;728;p30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729" name="Google Shape;729;p30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30" name="Google Shape;730;p30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1" name="Google Shape;731;p30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732" name="Google Shape;732;p30"/>
          <p:cNvGraphicFramePr/>
          <p:nvPr/>
        </p:nvGraphicFramePr>
        <p:xfrm>
          <a:off x="2020529" y="2455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1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1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cxnSp>
        <p:nvCxnSpPr>
          <p:cNvPr id="733" name="Google Shape;733;p30"/>
          <p:cNvCxnSpPr/>
          <p:nvPr/>
        </p:nvCxnSpPr>
        <p:spPr>
          <a:xfrm>
            <a:off x="10504704" y="441375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4" name="Google Shape;734;p30"/>
          <p:cNvCxnSpPr/>
          <p:nvPr/>
        </p:nvCxnSpPr>
        <p:spPr>
          <a:xfrm>
            <a:off x="10504704" y="585710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5" name="Google Shape;735;p30"/>
          <p:cNvSpPr txBox="1"/>
          <p:nvPr/>
        </p:nvSpPr>
        <p:spPr>
          <a:xfrm>
            <a:off x="11721602" y="3210955"/>
            <a:ext cx="405844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Queue:</a:t>
            </a:r>
            <a:endParaRPr/>
          </a:p>
        </p:txBody>
      </p:sp>
      <p:grpSp>
        <p:nvGrpSpPr>
          <p:cNvPr id="736" name="Google Shape;736;p30"/>
          <p:cNvGrpSpPr/>
          <p:nvPr/>
        </p:nvGrpSpPr>
        <p:grpSpPr>
          <a:xfrm>
            <a:off x="10314676" y="7146832"/>
            <a:ext cx="5436989" cy="2184645"/>
            <a:chOff x="1197701" y="-76200"/>
            <a:chExt cx="7249319" cy="2912859"/>
          </a:xfrm>
        </p:grpSpPr>
        <p:sp>
          <p:nvSpPr>
            <p:cNvPr id="737" name="Google Shape;737;p30"/>
            <p:cNvSpPr txBox="1"/>
            <p:nvPr/>
          </p:nvSpPr>
          <p:spPr>
            <a:xfrm>
              <a:off x="1197701" y="-76200"/>
              <a:ext cx="418326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đang xử lý </a:t>
              </a:r>
              <a:endParaRPr/>
            </a:p>
          </p:txBody>
        </p:sp>
        <p:sp>
          <p:nvSpPr>
            <p:cNvPr id="738" name="Google Shape;738;p30"/>
            <p:cNvSpPr txBox="1"/>
            <p:nvPr/>
          </p:nvSpPr>
          <p:spPr>
            <a:xfrm>
              <a:off x="1197701" y="1956126"/>
              <a:ext cx="7249319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kề không phải tường</a:t>
              </a:r>
              <a:endParaRPr/>
            </a:p>
          </p:txBody>
        </p:sp>
        <p:sp>
          <p:nvSpPr>
            <p:cNvPr id="739" name="Google Shape;739;p30"/>
            <p:cNvSpPr txBox="1"/>
            <p:nvPr/>
          </p:nvSpPr>
          <p:spPr>
            <a:xfrm>
              <a:off x="1197701" y="939963"/>
              <a:ext cx="338951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đã xử lý </a:t>
              </a:r>
              <a:endParaRPr/>
            </a:p>
          </p:txBody>
        </p:sp>
      </p:grpSp>
      <p:graphicFrame>
        <p:nvGraphicFramePr>
          <p:cNvPr id="740" name="Google Shape;740;p30"/>
          <p:cNvGraphicFramePr/>
          <p:nvPr/>
        </p:nvGraphicFramePr>
        <p:xfrm>
          <a:off x="0" y="15194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41" name="Google Shape;741;p30"/>
          <p:cNvGraphicFramePr/>
          <p:nvPr/>
        </p:nvGraphicFramePr>
        <p:xfrm>
          <a:off x="0" y="759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42" name="Google Shape;742;p30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</a:tbl>
          </a:graphicData>
        </a:graphic>
      </p:graphicFrame>
      <p:sp>
        <p:nvSpPr>
          <p:cNvPr id="743" name="Google Shape;743;p30"/>
          <p:cNvSpPr txBox="1"/>
          <p:nvPr/>
        </p:nvSpPr>
        <p:spPr>
          <a:xfrm>
            <a:off x="6089662" y="4851400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(2,6,7)</a:t>
            </a:r>
            <a:endParaRPr/>
          </a:p>
        </p:txBody>
      </p:sp>
      <p:sp>
        <p:nvSpPr>
          <p:cNvPr id="744" name="Google Shape;744;p30"/>
          <p:cNvSpPr txBox="1"/>
          <p:nvPr/>
        </p:nvSpPr>
        <p:spPr>
          <a:xfrm>
            <a:off x="8371254" y="4843332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(6,5,8)</a:t>
            </a:r>
            <a:endParaRPr/>
          </a:p>
        </p:txBody>
      </p:sp>
      <p:sp>
        <p:nvSpPr>
          <p:cNvPr id="745" name="Google Shape;745;p30"/>
          <p:cNvSpPr txBox="1"/>
          <p:nvPr/>
        </p:nvSpPr>
        <p:spPr>
          <a:xfrm>
            <a:off x="729754" y="1411025"/>
            <a:ext cx="5332512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13: Xử lý (6,4)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3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51" name="Google Shape;751;p31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752" name="Google Shape;752;p31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53" name="Google Shape;753;p31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4" name="Google Shape;754;p31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755" name="Google Shape;755;p31"/>
          <p:cNvGraphicFramePr/>
          <p:nvPr/>
        </p:nvGraphicFramePr>
        <p:xfrm>
          <a:off x="2020529" y="2455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1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1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cxnSp>
        <p:nvCxnSpPr>
          <p:cNvPr id="756" name="Google Shape;756;p31"/>
          <p:cNvCxnSpPr/>
          <p:nvPr/>
        </p:nvCxnSpPr>
        <p:spPr>
          <a:xfrm>
            <a:off x="10504704" y="441375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7" name="Google Shape;757;p31"/>
          <p:cNvCxnSpPr/>
          <p:nvPr/>
        </p:nvCxnSpPr>
        <p:spPr>
          <a:xfrm>
            <a:off x="10504704" y="585710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8" name="Google Shape;758;p31"/>
          <p:cNvSpPr txBox="1"/>
          <p:nvPr/>
        </p:nvSpPr>
        <p:spPr>
          <a:xfrm>
            <a:off x="11721602" y="3210955"/>
            <a:ext cx="405844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Queue:</a:t>
            </a:r>
            <a:endParaRPr/>
          </a:p>
        </p:txBody>
      </p:sp>
      <p:grpSp>
        <p:nvGrpSpPr>
          <p:cNvPr id="759" name="Google Shape;759;p31"/>
          <p:cNvGrpSpPr/>
          <p:nvPr/>
        </p:nvGrpSpPr>
        <p:grpSpPr>
          <a:xfrm>
            <a:off x="10314676" y="7146832"/>
            <a:ext cx="5436989" cy="2184645"/>
            <a:chOff x="1197701" y="-76200"/>
            <a:chExt cx="7249319" cy="2912859"/>
          </a:xfrm>
        </p:grpSpPr>
        <p:sp>
          <p:nvSpPr>
            <p:cNvPr id="760" name="Google Shape;760;p31"/>
            <p:cNvSpPr txBox="1"/>
            <p:nvPr/>
          </p:nvSpPr>
          <p:spPr>
            <a:xfrm>
              <a:off x="1197701" y="-76200"/>
              <a:ext cx="418326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đang xử lý </a:t>
              </a:r>
              <a:endParaRPr/>
            </a:p>
          </p:txBody>
        </p:sp>
        <p:sp>
          <p:nvSpPr>
            <p:cNvPr id="761" name="Google Shape;761;p31"/>
            <p:cNvSpPr txBox="1"/>
            <p:nvPr/>
          </p:nvSpPr>
          <p:spPr>
            <a:xfrm>
              <a:off x="1197701" y="1956126"/>
              <a:ext cx="7249319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kề không phải tường</a:t>
              </a:r>
              <a:endParaRPr/>
            </a:p>
          </p:txBody>
        </p:sp>
        <p:sp>
          <p:nvSpPr>
            <p:cNvPr id="762" name="Google Shape;762;p31"/>
            <p:cNvSpPr txBox="1"/>
            <p:nvPr/>
          </p:nvSpPr>
          <p:spPr>
            <a:xfrm>
              <a:off x="1197701" y="939963"/>
              <a:ext cx="338951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đã xử lý </a:t>
              </a:r>
              <a:endParaRPr/>
            </a:p>
          </p:txBody>
        </p:sp>
      </p:grpSp>
      <p:graphicFrame>
        <p:nvGraphicFramePr>
          <p:cNvPr id="763" name="Google Shape;763;p31"/>
          <p:cNvGraphicFramePr/>
          <p:nvPr/>
        </p:nvGraphicFramePr>
        <p:xfrm>
          <a:off x="0" y="15194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4" name="Google Shape;764;p31"/>
          <p:cNvGraphicFramePr/>
          <p:nvPr/>
        </p:nvGraphicFramePr>
        <p:xfrm>
          <a:off x="0" y="759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5" name="Google Shape;765;p31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</a:tbl>
          </a:graphicData>
        </a:graphic>
      </p:graphicFrame>
      <p:sp>
        <p:nvSpPr>
          <p:cNvPr id="766" name="Google Shape;766;p31"/>
          <p:cNvSpPr txBox="1"/>
          <p:nvPr/>
        </p:nvSpPr>
        <p:spPr>
          <a:xfrm>
            <a:off x="6089662" y="4851400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(6,5,8)</a:t>
            </a:r>
            <a:endParaRPr/>
          </a:p>
        </p:txBody>
      </p:sp>
      <p:sp>
        <p:nvSpPr>
          <p:cNvPr id="767" name="Google Shape;767;p31"/>
          <p:cNvSpPr txBox="1"/>
          <p:nvPr/>
        </p:nvSpPr>
        <p:spPr>
          <a:xfrm>
            <a:off x="8371254" y="4843332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(3,6,8)</a:t>
            </a:r>
            <a:endParaRPr/>
          </a:p>
        </p:txBody>
      </p:sp>
      <p:sp>
        <p:nvSpPr>
          <p:cNvPr id="768" name="Google Shape;768;p31"/>
          <p:cNvSpPr txBox="1"/>
          <p:nvPr/>
        </p:nvSpPr>
        <p:spPr>
          <a:xfrm>
            <a:off x="742702" y="1411025"/>
            <a:ext cx="5306616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14: Xử lý (2,6)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3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74" name="Google Shape;774;p32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775" name="Google Shape;775;p32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76" name="Google Shape;776;p32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7" name="Google Shape;777;p32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778" name="Google Shape;778;p32"/>
          <p:cNvGraphicFramePr/>
          <p:nvPr/>
        </p:nvGraphicFramePr>
        <p:xfrm>
          <a:off x="2020529" y="2455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1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1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cxnSp>
        <p:nvCxnSpPr>
          <p:cNvPr id="779" name="Google Shape;779;p32"/>
          <p:cNvCxnSpPr/>
          <p:nvPr/>
        </p:nvCxnSpPr>
        <p:spPr>
          <a:xfrm>
            <a:off x="10504704" y="441375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0" name="Google Shape;780;p32"/>
          <p:cNvCxnSpPr/>
          <p:nvPr/>
        </p:nvCxnSpPr>
        <p:spPr>
          <a:xfrm>
            <a:off x="10504704" y="585710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1" name="Google Shape;781;p32"/>
          <p:cNvSpPr txBox="1"/>
          <p:nvPr/>
        </p:nvSpPr>
        <p:spPr>
          <a:xfrm>
            <a:off x="11721602" y="3210955"/>
            <a:ext cx="405844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Queue:</a:t>
            </a:r>
            <a:endParaRPr/>
          </a:p>
        </p:txBody>
      </p:sp>
      <p:grpSp>
        <p:nvGrpSpPr>
          <p:cNvPr id="782" name="Google Shape;782;p32"/>
          <p:cNvGrpSpPr/>
          <p:nvPr/>
        </p:nvGrpSpPr>
        <p:grpSpPr>
          <a:xfrm>
            <a:off x="10314676" y="7146832"/>
            <a:ext cx="5436989" cy="2184645"/>
            <a:chOff x="1197701" y="-76200"/>
            <a:chExt cx="7249319" cy="2912859"/>
          </a:xfrm>
        </p:grpSpPr>
        <p:sp>
          <p:nvSpPr>
            <p:cNvPr id="783" name="Google Shape;783;p32"/>
            <p:cNvSpPr txBox="1"/>
            <p:nvPr/>
          </p:nvSpPr>
          <p:spPr>
            <a:xfrm>
              <a:off x="1197701" y="-76200"/>
              <a:ext cx="418326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đang xử lý </a:t>
              </a:r>
              <a:endParaRPr/>
            </a:p>
          </p:txBody>
        </p:sp>
        <p:sp>
          <p:nvSpPr>
            <p:cNvPr id="784" name="Google Shape;784;p32"/>
            <p:cNvSpPr txBox="1"/>
            <p:nvPr/>
          </p:nvSpPr>
          <p:spPr>
            <a:xfrm>
              <a:off x="1197701" y="1956126"/>
              <a:ext cx="7249319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kề không phải tường</a:t>
              </a:r>
              <a:endParaRPr/>
            </a:p>
          </p:txBody>
        </p:sp>
        <p:sp>
          <p:nvSpPr>
            <p:cNvPr id="785" name="Google Shape;785;p32"/>
            <p:cNvSpPr txBox="1"/>
            <p:nvPr/>
          </p:nvSpPr>
          <p:spPr>
            <a:xfrm>
              <a:off x="1197701" y="939963"/>
              <a:ext cx="338951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đã xử lý </a:t>
              </a:r>
              <a:endParaRPr/>
            </a:p>
          </p:txBody>
        </p:sp>
      </p:grpSp>
      <p:graphicFrame>
        <p:nvGraphicFramePr>
          <p:cNvPr id="786" name="Google Shape;786;p32"/>
          <p:cNvGraphicFramePr/>
          <p:nvPr/>
        </p:nvGraphicFramePr>
        <p:xfrm>
          <a:off x="0" y="15194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87" name="Google Shape;787;p32"/>
          <p:cNvGraphicFramePr/>
          <p:nvPr/>
        </p:nvGraphicFramePr>
        <p:xfrm>
          <a:off x="0" y="759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88" name="Google Shape;788;p32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</a:tbl>
          </a:graphicData>
        </a:graphic>
      </p:graphicFrame>
      <p:sp>
        <p:nvSpPr>
          <p:cNvPr id="789" name="Google Shape;789;p32"/>
          <p:cNvSpPr txBox="1"/>
          <p:nvPr/>
        </p:nvSpPr>
        <p:spPr>
          <a:xfrm>
            <a:off x="6089662" y="4851400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(6,5,8)</a:t>
            </a:r>
            <a:endParaRPr/>
          </a:p>
        </p:txBody>
      </p:sp>
      <p:sp>
        <p:nvSpPr>
          <p:cNvPr id="790" name="Google Shape;790;p32"/>
          <p:cNvSpPr txBox="1"/>
          <p:nvPr/>
        </p:nvSpPr>
        <p:spPr>
          <a:xfrm>
            <a:off x="8371254" y="4843332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(3,6,8)</a:t>
            </a:r>
            <a:endParaRPr/>
          </a:p>
        </p:txBody>
      </p:sp>
      <p:sp>
        <p:nvSpPr>
          <p:cNvPr id="791" name="Google Shape;791;p32"/>
          <p:cNvSpPr txBox="1"/>
          <p:nvPr/>
        </p:nvSpPr>
        <p:spPr>
          <a:xfrm>
            <a:off x="742702" y="1411025"/>
            <a:ext cx="5306616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14: Xử lý (2,6)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97" name="Google Shape;797;p33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798" name="Google Shape;798;p33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99" name="Google Shape;799;p33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00" name="Google Shape;800;p33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801" name="Google Shape;801;p33"/>
          <p:cNvCxnSpPr/>
          <p:nvPr/>
        </p:nvCxnSpPr>
        <p:spPr>
          <a:xfrm>
            <a:off x="10504704" y="441375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2" name="Google Shape;802;p33"/>
          <p:cNvCxnSpPr/>
          <p:nvPr/>
        </p:nvCxnSpPr>
        <p:spPr>
          <a:xfrm>
            <a:off x="10504704" y="585710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3" name="Google Shape;803;p33"/>
          <p:cNvSpPr txBox="1"/>
          <p:nvPr/>
        </p:nvSpPr>
        <p:spPr>
          <a:xfrm>
            <a:off x="11721602" y="3210955"/>
            <a:ext cx="405844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Queue:</a:t>
            </a:r>
            <a:endParaRPr/>
          </a:p>
        </p:txBody>
      </p:sp>
      <p:grpSp>
        <p:nvGrpSpPr>
          <p:cNvPr id="804" name="Google Shape;804;p33"/>
          <p:cNvGrpSpPr/>
          <p:nvPr/>
        </p:nvGrpSpPr>
        <p:grpSpPr>
          <a:xfrm>
            <a:off x="10314676" y="7146832"/>
            <a:ext cx="5436989" cy="2184645"/>
            <a:chOff x="1197701" y="-76200"/>
            <a:chExt cx="7249319" cy="2912859"/>
          </a:xfrm>
        </p:grpSpPr>
        <p:sp>
          <p:nvSpPr>
            <p:cNvPr id="805" name="Google Shape;805;p33"/>
            <p:cNvSpPr txBox="1"/>
            <p:nvPr/>
          </p:nvSpPr>
          <p:spPr>
            <a:xfrm>
              <a:off x="1197701" y="-76200"/>
              <a:ext cx="418326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đang xử lý </a:t>
              </a:r>
              <a:endParaRPr/>
            </a:p>
          </p:txBody>
        </p:sp>
        <p:sp>
          <p:nvSpPr>
            <p:cNvPr id="806" name="Google Shape;806;p33"/>
            <p:cNvSpPr txBox="1"/>
            <p:nvPr/>
          </p:nvSpPr>
          <p:spPr>
            <a:xfrm>
              <a:off x="1197701" y="1956126"/>
              <a:ext cx="7249319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kề không phải tường</a:t>
              </a:r>
              <a:endParaRPr/>
            </a:p>
          </p:txBody>
        </p:sp>
        <p:sp>
          <p:nvSpPr>
            <p:cNvPr id="807" name="Google Shape;807;p33"/>
            <p:cNvSpPr txBox="1"/>
            <p:nvPr/>
          </p:nvSpPr>
          <p:spPr>
            <a:xfrm>
              <a:off x="1197701" y="939963"/>
              <a:ext cx="338951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đã xử lý </a:t>
              </a:r>
              <a:endParaRPr/>
            </a:p>
          </p:txBody>
        </p:sp>
      </p:grpSp>
      <p:graphicFrame>
        <p:nvGraphicFramePr>
          <p:cNvPr id="808" name="Google Shape;808;p33"/>
          <p:cNvGraphicFramePr/>
          <p:nvPr/>
        </p:nvGraphicFramePr>
        <p:xfrm>
          <a:off x="0" y="15194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09" name="Google Shape;809;p33"/>
          <p:cNvGraphicFramePr/>
          <p:nvPr/>
        </p:nvGraphicFramePr>
        <p:xfrm>
          <a:off x="0" y="759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10" name="Google Shape;810;p33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</a:tbl>
          </a:graphicData>
        </a:graphic>
      </p:graphicFrame>
      <p:sp>
        <p:nvSpPr>
          <p:cNvPr id="811" name="Google Shape;811;p33"/>
          <p:cNvSpPr txBox="1"/>
          <p:nvPr/>
        </p:nvSpPr>
        <p:spPr>
          <a:xfrm>
            <a:off x="6089662" y="4851400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(3,6,8)</a:t>
            </a:r>
            <a:endParaRPr/>
          </a:p>
        </p:txBody>
      </p:sp>
      <p:graphicFrame>
        <p:nvGraphicFramePr>
          <p:cNvPr id="812" name="Google Shape;812;p33"/>
          <p:cNvGraphicFramePr/>
          <p:nvPr/>
        </p:nvGraphicFramePr>
        <p:xfrm>
          <a:off x="2020529" y="2455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1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1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sp>
        <p:nvSpPr>
          <p:cNvPr id="813" name="Google Shape;813;p33"/>
          <p:cNvSpPr txBox="1"/>
          <p:nvPr/>
        </p:nvSpPr>
        <p:spPr>
          <a:xfrm>
            <a:off x="8371254" y="4843332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(6,6,9)</a:t>
            </a:r>
            <a:endParaRPr/>
          </a:p>
        </p:txBody>
      </p:sp>
      <p:sp>
        <p:nvSpPr>
          <p:cNvPr id="814" name="Google Shape;814;p33"/>
          <p:cNvSpPr txBox="1"/>
          <p:nvPr/>
        </p:nvSpPr>
        <p:spPr>
          <a:xfrm>
            <a:off x="729059" y="1411025"/>
            <a:ext cx="5333901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15: Xử lý (6,5)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3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20" name="Google Shape;820;p34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821" name="Google Shape;821;p34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22" name="Google Shape;822;p34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3" name="Google Shape;823;p34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824" name="Google Shape;824;p34"/>
          <p:cNvCxnSpPr/>
          <p:nvPr/>
        </p:nvCxnSpPr>
        <p:spPr>
          <a:xfrm>
            <a:off x="10504704" y="441375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5" name="Google Shape;825;p34"/>
          <p:cNvCxnSpPr/>
          <p:nvPr/>
        </p:nvCxnSpPr>
        <p:spPr>
          <a:xfrm>
            <a:off x="10504704" y="585710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6" name="Google Shape;826;p34"/>
          <p:cNvSpPr txBox="1"/>
          <p:nvPr/>
        </p:nvSpPr>
        <p:spPr>
          <a:xfrm>
            <a:off x="11721602" y="3210955"/>
            <a:ext cx="405844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Queue:</a:t>
            </a:r>
            <a:endParaRPr/>
          </a:p>
        </p:txBody>
      </p:sp>
      <p:grpSp>
        <p:nvGrpSpPr>
          <p:cNvPr id="827" name="Google Shape;827;p34"/>
          <p:cNvGrpSpPr/>
          <p:nvPr/>
        </p:nvGrpSpPr>
        <p:grpSpPr>
          <a:xfrm>
            <a:off x="10314676" y="7146832"/>
            <a:ext cx="5436989" cy="2184645"/>
            <a:chOff x="1197701" y="-76200"/>
            <a:chExt cx="7249319" cy="2912859"/>
          </a:xfrm>
        </p:grpSpPr>
        <p:sp>
          <p:nvSpPr>
            <p:cNvPr id="828" name="Google Shape;828;p34"/>
            <p:cNvSpPr txBox="1"/>
            <p:nvPr/>
          </p:nvSpPr>
          <p:spPr>
            <a:xfrm>
              <a:off x="1197701" y="-76200"/>
              <a:ext cx="418326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đang xử lý </a:t>
              </a:r>
              <a:endParaRPr/>
            </a:p>
          </p:txBody>
        </p:sp>
        <p:sp>
          <p:nvSpPr>
            <p:cNvPr id="829" name="Google Shape;829;p34"/>
            <p:cNvSpPr txBox="1"/>
            <p:nvPr/>
          </p:nvSpPr>
          <p:spPr>
            <a:xfrm>
              <a:off x="1197701" y="1956126"/>
              <a:ext cx="7249319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kề không phải tường</a:t>
              </a:r>
              <a:endParaRPr/>
            </a:p>
          </p:txBody>
        </p:sp>
        <p:sp>
          <p:nvSpPr>
            <p:cNvPr id="830" name="Google Shape;830;p34"/>
            <p:cNvSpPr txBox="1"/>
            <p:nvPr/>
          </p:nvSpPr>
          <p:spPr>
            <a:xfrm>
              <a:off x="1197701" y="939963"/>
              <a:ext cx="338951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đã xử lý </a:t>
              </a:r>
              <a:endParaRPr/>
            </a:p>
          </p:txBody>
        </p:sp>
      </p:grpSp>
      <p:graphicFrame>
        <p:nvGraphicFramePr>
          <p:cNvPr id="831" name="Google Shape;831;p34"/>
          <p:cNvGraphicFramePr/>
          <p:nvPr/>
        </p:nvGraphicFramePr>
        <p:xfrm>
          <a:off x="0" y="15194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32" name="Google Shape;832;p34"/>
          <p:cNvGraphicFramePr/>
          <p:nvPr/>
        </p:nvGraphicFramePr>
        <p:xfrm>
          <a:off x="0" y="759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33" name="Google Shape;833;p34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</a:tbl>
          </a:graphicData>
        </a:graphic>
      </p:graphicFrame>
      <p:sp>
        <p:nvSpPr>
          <p:cNvPr id="834" name="Google Shape;834;p34"/>
          <p:cNvSpPr txBox="1"/>
          <p:nvPr/>
        </p:nvSpPr>
        <p:spPr>
          <a:xfrm>
            <a:off x="6089662" y="4851400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(3,6,8)</a:t>
            </a:r>
            <a:endParaRPr/>
          </a:p>
        </p:txBody>
      </p:sp>
      <p:graphicFrame>
        <p:nvGraphicFramePr>
          <p:cNvPr id="835" name="Google Shape;835;p34"/>
          <p:cNvGraphicFramePr/>
          <p:nvPr/>
        </p:nvGraphicFramePr>
        <p:xfrm>
          <a:off x="2020529" y="2455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1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13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sp>
        <p:nvSpPr>
          <p:cNvPr id="836" name="Google Shape;836;p34"/>
          <p:cNvSpPr txBox="1"/>
          <p:nvPr/>
        </p:nvSpPr>
        <p:spPr>
          <a:xfrm>
            <a:off x="8371254" y="4843332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(6,6,9)</a:t>
            </a:r>
            <a:endParaRPr/>
          </a:p>
        </p:txBody>
      </p:sp>
      <p:sp>
        <p:nvSpPr>
          <p:cNvPr id="837" name="Google Shape;837;p34"/>
          <p:cNvSpPr txBox="1"/>
          <p:nvPr/>
        </p:nvSpPr>
        <p:spPr>
          <a:xfrm>
            <a:off x="729059" y="1411025"/>
            <a:ext cx="5333901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15: Xử lý (6,5)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3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43" name="Google Shape;843;p35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844" name="Google Shape;844;p35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45" name="Google Shape;845;p35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46" name="Google Shape;846;p35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847" name="Google Shape;847;p35"/>
          <p:cNvCxnSpPr/>
          <p:nvPr/>
        </p:nvCxnSpPr>
        <p:spPr>
          <a:xfrm>
            <a:off x="10504704" y="441375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8" name="Google Shape;848;p35"/>
          <p:cNvCxnSpPr/>
          <p:nvPr/>
        </p:nvCxnSpPr>
        <p:spPr>
          <a:xfrm>
            <a:off x="10504704" y="585710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9" name="Google Shape;849;p35"/>
          <p:cNvSpPr txBox="1"/>
          <p:nvPr/>
        </p:nvSpPr>
        <p:spPr>
          <a:xfrm>
            <a:off x="11721602" y="3210955"/>
            <a:ext cx="405844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Queue:</a:t>
            </a:r>
            <a:endParaRPr/>
          </a:p>
        </p:txBody>
      </p:sp>
      <p:grpSp>
        <p:nvGrpSpPr>
          <p:cNvPr id="850" name="Google Shape;850;p35"/>
          <p:cNvGrpSpPr/>
          <p:nvPr/>
        </p:nvGrpSpPr>
        <p:grpSpPr>
          <a:xfrm>
            <a:off x="10314676" y="7146832"/>
            <a:ext cx="5436989" cy="2184645"/>
            <a:chOff x="1197701" y="-76200"/>
            <a:chExt cx="7249319" cy="2912859"/>
          </a:xfrm>
        </p:grpSpPr>
        <p:sp>
          <p:nvSpPr>
            <p:cNvPr id="851" name="Google Shape;851;p35"/>
            <p:cNvSpPr txBox="1"/>
            <p:nvPr/>
          </p:nvSpPr>
          <p:spPr>
            <a:xfrm>
              <a:off x="1197701" y="-76200"/>
              <a:ext cx="418326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đang xử lý </a:t>
              </a:r>
              <a:endParaRPr/>
            </a:p>
          </p:txBody>
        </p:sp>
        <p:sp>
          <p:nvSpPr>
            <p:cNvPr id="852" name="Google Shape;852;p35"/>
            <p:cNvSpPr txBox="1"/>
            <p:nvPr/>
          </p:nvSpPr>
          <p:spPr>
            <a:xfrm>
              <a:off x="1197701" y="1956126"/>
              <a:ext cx="7249319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kề không phải tường</a:t>
              </a:r>
              <a:endParaRPr/>
            </a:p>
          </p:txBody>
        </p:sp>
        <p:sp>
          <p:nvSpPr>
            <p:cNvPr id="853" name="Google Shape;853;p35"/>
            <p:cNvSpPr txBox="1"/>
            <p:nvPr/>
          </p:nvSpPr>
          <p:spPr>
            <a:xfrm>
              <a:off x="1197701" y="939963"/>
              <a:ext cx="338951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đã xử lý </a:t>
              </a:r>
              <a:endParaRPr/>
            </a:p>
          </p:txBody>
        </p:sp>
      </p:grpSp>
      <p:graphicFrame>
        <p:nvGraphicFramePr>
          <p:cNvPr id="854" name="Google Shape;854;p35"/>
          <p:cNvGraphicFramePr/>
          <p:nvPr/>
        </p:nvGraphicFramePr>
        <p:xfrm>
          <a:off x="0" y="15194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55" name="Google Shape;855;p35"/>
          <p:cNvGraphicFramePr/>
          <p:nvPr/>
        </p:nvGraphicFramePr>
        <p:xfrm>
          <a:off x="0" y="759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56" name="Google Shape;856;p35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</a:tbl>
          </a:graphicData>
        </a:graphic>
      </p:graphicFrame>
      <p:sp>
        <p:nvSpPr>
          <p:cNvPr id="857" name="Google Shape;857;p35"/>
          <p:cNvSpPr txBox="1"/>
          <p:nvPr/>
        </p:nvSpPr>
        <p:spPr>
          <a:xfrm>
            <a:off x="6089662" y="4851400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(6,6,9)</a:t>
            </a:r>
            <a:endParaRPr/>
          </a:p>
        </p:txBody>
      </p:sp>
      <p:graphicFrame>
        <p:nvGraphicFramePr>
          <p:cNvPr id="858" name="Google Shape;858;p35"/>
          <p:cNvGraphicFramePr/>
          <p:nvPr/>
        </p:nvGraphicFramePr>
        <p:xfrm>
          <a:off x="2020529" y="2455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13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  <a:tr h="1013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13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3A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sp>
        <p:nvSpPr>
          <p:cNvPr id="859" name="Google Shape;859;p35"/>
          <p:cNvSpPr txBox="1"/>
          <p:nvPr/>
        </p:nvSpPr>
        <p:spPr>
          <a:xfrm>
            <a:off x="8371254" y="4843332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(4,6,9)</a:t>
            </a:r>
            <a:endParaRPr/>
          </a:p>
        </p:txBody>
      </p:sp>
      <p:sp>
        <p:nvSpPr>
          <p:cNvPr id="860" name="Google Shape;860;p35"/>
          <p:cNvSpPr txBox="1"/>
          <p:nvPr/>
        </p:nvSpPr>
        <p:spPr>
          <a:xfrm>
            <a:off x="737940" y="1411025"/>
            <a:ext cx="5316141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16: Xử lý (3,6)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3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66" name="Google Shape;866;p36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867" name="Google Shape;867;p36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68" name="Google Shape;868;p36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9" name="Google Shape;869;p36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870" name="Google Shape;870;p36"/>
          <p:cNvCxnSpPr/>
          <p:nvPr/>
        </p:nvCxnSpPr>
        <p:spPr>
          <a:xfrm>
            <a:off x="10504704" y="441375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1" name="Google Shape;871;p36"/>
          <p:cNvCxnSpPr/>
          <p:nvPr/>
        </p:nvCxnSpPr>
        <p:spPr>
          <a:xfrm>
            <a:off x="10504704" y="585710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2" name="Google Shape;872;p36"/>
          <p:cNvSpPr txBox="1"/>
          <p:nvPr/>
        </p:nvSpPr>
        <p:spPr>
          <a:xfrm>
            <a:off x="11721602" y="3210955"/>
            <a:ext cx="405844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Queue:</a:t>
            </a:r>
            <a:endParaRPr/>
          </a:p>
        </p:txBody>
      </p:sp>
      <p:grpSp>
        <p:nvGrpSpPr>
          <p:cNvPr id="873" name="Google Shape;873;p36"/>
          <p:cNvGrpSpPr/>
          <p:nvPr/>
        </p:nvGrpSpPr>
        <p:grpSpPr>
          <a:xfrm>
            <a:off x="10314676" y="7146832"/>
            <a:ext cx="5436989" cy="2184645"/>
            <a:chOff x="1197701" y="-76200"/>
            <a:chExt cx="7249319" cy="2912859"/>
          </a:xfrm>
        </p:grpSpPr>
        <p:sp>
          <p:nvSpPr>
            <p:cNvPr id="874" name="Google Shape;874;p36"/>
            <p:cNvSpPr txBox="1"/>
            <p:nvPr/>
          </p:nvSpPr>
          <p:spPr>
            <a:xfrm>
              <a:off x="1197701" y="-76200"/>
              <a:ext cx="418326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đang xử lý </a:t>
              </a:r>
              <a:endParaRPr/>
            </a:p>
          </p:txBody>
        </p:sp>
        <p:sp>
          <p:nvSpPr>
            <p:cNvPr id="875" name="Google Shape;875;p36"/>
            <p:cNvSpPr txBox="1"/>
            <p:nvPr/>
          </p:nvSpPr>
          <p:spPr>
            <a:xfrm>
              <a:off x="1197701" y="1956126"/>
              <a:ext cx="7249319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kề không phải tường</a:t>
              </a:r>
              <a:endParaRPr/>
            </a:p>
          </p:txBody>
        </p:sp>
        <p:sp>
          <p:nvSpPr>
            <p:cNvPr id="876" name="Google Shape;876;p36"/>
            <p:cNvSpPr txBox="1"/>
            <p:nvPr/>
          </p:nvSpPr>
          <p:spPr>
            <a:xfrm>
              <a:off x="1197701" y="939963"/>
              <a:ext cx="338951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đã xử lý </a:t>
              </a:r>
              <a:endParaRPr/>
            </a:p>
          </p:txBody>
        </p:sp>
      </p:grpSp>
      <p:graphicFrame>
        <p:nvGraphicFramePr>
          <p:cNvPr id="877" name="Google Shape;877;p36"/>
          <p:cNvGraphicFramePr/>
          <p:nvPr/>
        </p:nvGraphicFramePr>
        <p:xfrm>
          <a:off x="0" y="15194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78" name="Google Shape;878;p36"/>
          <p:cNvGraphicFramePr/>
          <p:nvPr/>
        </p:nvGraphicFramePr>
        <p:xfrm>
          <a:off x="0" y="759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79" name="Google Shape;879;p36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80" name="Google Shape;880;p36"/>
          <p:cNvGraphicFramePr/>
          <p:nvPr/>
        </p:nvGraphicFramePr>
        <p:xfrm>
          <a:off x="2020529" y="2455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13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  <a:tr h="1013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13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sp>
        <p:nvSpPr>
          <p:cNvPr id="881" name="Google Shape;881;p36"/>
          <p:cNvSpPr txBox="1"/>
          <p:nvPr/>
        </p:nvSpPr>
        <p:spPr>
          <a:xfrm>
            <a:off x="6089662" y="4843332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(4,6,9)</a:t>
            </a:r>
            <a:endParaRPr/>
          </a:p>
        </p:txBody>
      </p:sp>
      <p:sp>
        <p:nvSpPr>
          <p:cNvPr id="882" name="Google Shape;882;p36"/>
          <p:cNvSpPr txBox="1"/>
          <p:nvPr/>
        </p:nvSpPr>
        <p:spPr>
          <a:xfrm>
            <a:off x="12584032" y="4851400"/>
            <a:ext cx="1918125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(5,6,10)</a:t>
            </a:r>
            <a:endParaRPr/>
          </a:p>
        </p:txBody>
      </p:sp>
      <p:sp>
        <p:nvSpPr>
          <p:cNvPr id="883" name="Google Shape;883;p36"/>
          <p:cNvSpPr txBox="1"/>
          <p:nvPr/>
        </p:nvSpPr>
        <p:spPr>
          <a:xfrm>
            <a:off x="770533" y="1411025"/>
            <a:ext cx="525095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17: Xử lý (6,6)</a:t>
            </a:r>
            <a:endParaRPr/>
          </a:p>
        </p:txBody>
      </p:sp>
      <p:sp>
        <p:nvSpPr>
          <p:cNvPr id="884" name="Google Shape;884;p36"/>
          <p:cNvSpPr txBox="1"/>
          <p:nvPr/>
        </p:nvSpPr>
        <p:spPr>
          <a:xfrm>
            <a:off x="14883158" y="4851400"/>
            <a:ext cx="1918307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(6,7,10)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90" name="Google Shape;890;p37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891" name="Google Shape;891;p37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92" name="Google Shape;892;p37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3" name="Google Shape;893;p37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894" name="Google Shape;894;p37"/>
          <p:cNvCxnSpPr/>
          <p:nvPr/>
        </p:nvCxnSpPr>
        <p:spPr>
          <a:xfrm>
            <a:off x="10504704" y="441375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5" name="Google Shape;895;p37"/>
          <p:cNvCxnSpPr/>
          <p:nvPr/>
        </p:nvCxnSpPr>
        <p:spPr>
          <a:xfrm>
            <a:off x="10504704" y="5857107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6" name="Google Shape;896;p37"/>
          <p:cNvSpPr txBox="1"/>
          <p:nvPr/>
        </p:nvSpPr>
        <p:spPr>
          <a:xfrm>
            <a:off x="11721602" y="3210955"/>
            <a:ext cx="405844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 Queue:</a:t>
            </a:r>
            <a:endParaRPr/>
          </a:p>
        </p:txBody>
      </p:sp>
      <p:grpSp>
        <p:nvGrpSpPr>
          <p:cNvPr id="897" name="Google Shape;897;p37"/>
          <p:cNvGrpSpPr/>
          <p:nvPr/>
        </p:nvGrpSpPr>
        <p:grpSpPr>
          <a:xfrm>
            <a:off x="10314676" y="7146832"/>
            <a:ext cx="5436989" cy="2184645"/>
            <a:chOff x="1197701" y="-76200"/>
            <a:chExt cx="7249319" cy="2912859"/>
          </a:xfrm>
        </p:grpSpPr>
        <p:sp>
          <p:nvSpPr>
            <p:cNvPr id="898" name="Google Shape;898;p37"/>
            <p:cNvSpPr txBox="1"/>
            <p:nvPr/>
          </p:nvSpPr>
          <p:spPr>
            <a:xfrm>
              <a:off x="1197701" y="-76200"/>
              <a:ext cx="418326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đang xử lý </a:t>
              </a:r>
              <a:endParaRPr/>
            </a:p>
          </p:txBody>
        </p:sp>
        <p:sp>
          <p:nvSpPr>
            <p:cNvPr id="899" name="Google Shape;899;p37"/>
            <p:cNvSpPr txBox="1"/>
            <p:nvPr/>
          </p:nvSpPr>
          <p:spPr>
            <a:xfrm>
              <a:off x="1197701" y="1956126"/>
              <a:ext cx="7249319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kề không phải tường</a:t>
              </a:r>
              <a:endParaRPr/>
            </a:p>
          </p:txBody>
        </p:sp>
        <p:sp>
          <p:nvSpPr>
            <p:cNvPr id="900" name="Google Shape;900;p37"/>
            <p:cNvSpPr txBox="1"/>
            <p:nvPr/>
          </p:nvSpPr>
          <p:spPr>
            <a:xfrm>
              <a:off x="1197701" y="939963"/>
              <a:ext cx="3389511" cy="8805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Ô đã xử lý </a:t>
              </a:r>
              <a:endParaRPr/>
            </a:p>
          </p:txBody>
        </p:sp>
      </p:grpSp>
      <p:graphicFrame>
        <p:nvGraphicFramePr>
          <p:cNvPr id="901" name="Google Shape;901;p37"/>
          <p:cNvGraphicFramePr/>
          <p:nvPr/>
        </p:nvGraphicFramePr>
        <p:xfrm>
          <a:off x="0" y="15194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02" name="Google Shape;902;p37"/>
          <p:cNvGraphicFramePr/>
          <p:nvPr/>
        </p:nvGraphicFramePr>
        <p:xfrm>
          <a:off x="0" y="7594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03" name="Google Shape;903;p37"/>
          <p:cNvGraphicFramePr/>
          <p:nvPr/>
        </p:nvGraphicFramePr>
        <p:xfrm>
          <a:off x="0" y="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605825"/>
              </a:tblGrid>
              <a:tr h="60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3818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18850" marB="118850" marR="118850" marL="1188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04" name="Google Shape;904;p37"/>
          <p:cNvGraphicFramePr/>
          <p:nvPr/>
        </p:nvGraphicFramePr>
        <p:xfrm>
          <a:off x="2020529" y="2455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13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</a:tr>
              <a:tr h="1013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13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75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E1E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2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sp>
        <p:nvSpPr>
          <p:cNvPr id="905" name="Google Shape;905;p37"/>
          <p:cNvSpPr txBox="1"/>
          <p:nvPr/>
        </p:nvSpPr>
        <p:spPr>
          <a:xfrm>
            <a:off x="6089662" y="4843332"/>
            <a:ext cx="6108676" cy="66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(4,6,9)</a:t>
            </a:r>
            <a:endParaRPr/>
          </a:p>
        </p:txBody>
      </p:sp>
      <p:sp>
        <p:nvSpPr>
          <p:cNvPr id="906" name="Google Shape;906;p37"/>
          <p:cNvSpPr txBox="1"/>
          <p:nvPr/>
        </p:nvSpPr>
        <p:spPr>
          <a:xfrm>
            <a:off x="770533" y="1411025"/>
            <a:ext cx="5250954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17: Xử lý (6,6)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3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12" name="Google Shape;912;p38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913" name="Google Shape;913;p38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14" name="Google Shape;914;p38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5" name="Google Shape;915;p38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916" name="Google Shape;916;p38"/>
          <p:cNvGraphicFramePr/>
          <p:nvPr/>
        </p:nvGraphicFramePr>
        <p:xfrm>
          <a:off x="2020529" y="2455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{1EEEACBA-14F1-481E-9B90-964635DD4605}</a:tableStyleId>
              </a:tblPr>
              <a:tblGrid>
                <a:gridCol w="973825"/>
                <a:gridCol w="973825"/>
                <a:gridCol w="973825"/>
                <a:gridCol w="973825"/>
                <a:gridCol w="973825"/>
                <a:gridCol w="973825"/>
                <a:gridCol w="973825"/>
              </a:tblGrid>
              <a:tr h="97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13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8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818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F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F63"/>
                    </a:solidFill>
                  </a:tcPr>
                </a:tc>
              </a:tr>
              <a:tr h="1013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818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8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8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F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13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818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8181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F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0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F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1013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F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F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F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F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F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999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F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  <a:tr h="977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4974"/>
                    </a:solidFill>
                  </a:tcPr>
                </a:tc>
              </a:tr>
            </a:tbl>
          </a:graphicData>
        </a:graphic>
      </p:graphicFrame>
      <p:sp>
        <p:nvSpPr>
          <p:cNvPr id="917" name="Google Shape;917;p38"/>
          <p:cNvSpPr/>
          <p:nvPr/>
        </p:nvSpPr>
        <p:spPr>
          <a:xfrm>
            <a:off x="9681744" y="7446772"/>
            <a:ext cx="7315200" cy="1848751"/>
          </a:xfrm>
          <a:custGeom>
            <a:rect b="b" l="l" r="r" t="t"/>
            <a:pathLst>
              <a:path extrusionOk="0" h="1848751" w="7315200">
                <a:moveTo>
                  <a:pt x="0" y="0"/>
                </a:moveTo>
                <a:lnTo>
                  <a:pt x="7315200" y="0"/>
                </a:lnTo>
                <a:lnTo>
                  <a:pt x="7315200" y="1848750"/>
                </a:lnTo>
                <a:lnTo>
                  <a:pt x="0" y="18487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8" name="Google Shape;918;p38"/>
          <p:cNvSpPr/>
          <p:nvPr/>
        </p:nvSpPr>
        <p:spPr>
          <a:xfrm>
            <a:off x="11550644" y="2349221"/>
            <a:ext cx="708738" cy="510292"/>
          </a:xfrm>
          <a:custGeom>
            <a:rect b="b" l="l" r="r" t="t"/>
            <a:pathLst>
              <a:path extrusionOk="0" h="510292" w="708738">
                <a:moveTo>
                  <a:pt x="0" y="0"/>
                </a:moveTo>
                <a:lnTo>
                  <a:pt x="708738" y="0"/>
                </a:lnTo>
                <a:lnTo>
                  <a:pt x="708738" y="510292"/>
                </a:lnTo>
                <a:lnTo>
                  <a:pt x="0" y="5102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9" name="Google Shape;919;p38"/>
          <p:cNvSpPr txBox="1"/>
          <p:nvPr/>
        </p:nvSpPr>
        <p:spPr>
          <a:xfrm>
            <a:off x="9674015" y="7993322"/>
            <a:ext cx="7699952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Đường đi ngắn nhất: 10</a:t>
            </a:r>
            <a:endParaRPr/>
          </a:p>
        </p:txBody>
      </p:sp>
      <p:sp>
        <p:nvSpPr>
          <p:cNvPr id="920" name="Google Shape;920;p38"/>
          <p:cNvSpPr txBox="1"/>
          <p:nvPr/>
        </p:nvSpPr>
        <p:spPr>
          <a:xfrm>
            <a:off x="1028700" y="1411025"/>
            <a:ext cx="5344517" cy="7550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Đường đi tìm được </a:t>
            </a:r>
            <a:endParaRPr/>
          </a:p>
        </p:txBody>
      </p:sp>
      <p:sp>
        <p:nvSpPr>
          <p:cNvPr id="921" name="Google Shape;921;p38"/>
          <p:cNvSpPr txBox="1"/>
          <p:nvPr/>
        </p:nvSpPr>
        <p:spPr>
          <a:xfrm>
            <a:off x="10237639" y="2233311"/>
            <a:ext cx="959518" cy="626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4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(2,1)</a:t>
            </a:r>
            <a:endParaRPr/>
          </a:p>
        </p:txBody>
      </p:sp>
      <p:sp>
        <p:nvSpPr>
          <p:cNvPr id="922" name="Google Shape;922;p38"/>
          <p:cNvSpPr txBox="1"/>
          <p:nvPr/>
        </p:nvSpPr>
        <p:spPr>
          <a:xfrm>
            <a:off x="10245108" y="3582450"/>
            <a:ext cx="1013071" cy="626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4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(6,2)</a:t>
            </a:r>
            <a:endParaRPr/>
          </a:p>
        </p:txBody>
      </p:sp>
      <p:sp>
        <p:nvSpPr>
          <p:cNvPr id="923" name="Google Shape;923;p38"/>
          <p:cNvSpPr txBox="1"/>
          <p:nvPr/>
        </p:nvSpPr>
        <p:spPr>
          <a:xfrm>
            <a:off x="10274832" y="4931589"/>
            <a:ext cx="1022117" cy="626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4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(6,3)</a:t>
            </a:r>
            <a:endParaRPr/>
          </a:p>
        </p:txBody>
      </p:sp>
      <p:sp>
        <p:nvSpPr>
          <p:cNvPr id="924" name="Google Shape;924;p38"/>
          <p:cNvSpPr txBox="1"/>
          <p:nvPr/>
        </p:nvSpPr>
        <p:spPr>
          <a:xfrm>
            <a:off x="12600657" y="2233311"/>
            <a:ext cx="983943" cy="626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4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(2,2)</a:t>
            </a:r>
            <a:endParaRPr/>
          </a:p>
        </p:txBody>
      </p:sp>
      <p:sp>
        <p:nvSpPr>
          <p:cNvPr id="925" name="Google Shape;925;p38"/>
          <p:cNvSpPr txBox="1"/>
          <p:nvPr/>
        </p:nvSpPr>
        <p:spPr>
          <a:xfrm>
            <a:off x="14973762" y="2233311"/>
            <a:ext cx="988194" cy="626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4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(3,2)</a:t>
            </a:r>
            <a:endParaRPr/>
          </a:p>
        </p:txBody>
      </p:sp>
      <p:sp>
        <p:nvSpPr>
          <p:cNvPr id="926" name="Google Shape;926;p38"/>
          <p:cNvSpPr txBox="1"/>
          <p:nvPr/>
        </p:nvSpPr>
        <p:spPr>
          <a:xfrm>
            <a:off x="12594687" y="3582450"/>
            <a:ext cx="995884" cy="626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4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(5,2)</a:t>
            </a:r>
            <a:endParaRPr/>
          </a:p>
        </p:txBody>
      </p:sp>
      <p:sp>
        <p:nvSpPr>
          <p:cNvPr id="927" name="Google Shape;927;p38"/>
          <p:cNvSpPr txBox="1"/>
          <p:nvPr/>
        </p:nvSpPr>
        <p:spPr>
          <a:xfrm>
            <a:off x="12661266" y="4931589"/>
            <a:ext cx="862725" cy="626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4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6,4)</a:t>
            </a:r>
            <a:endParaRPr/>
          </a:p>
        </p:txBody>
      </p:sp>
      <p:sp>
        <p:nvSpPr>
          <p:cNvPr id="928" name="Google Shape;928;p38"/>
          <p:cNvSpPr txBox="1"/>
          <p:nvPr/>
        </p:nvSpPr>
        <p:spPr>
          <a:xfrm>
            <a:off x="14963675" y="3582450"/>
            <a:ext cx="1008367" cy="626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4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(4,2)</a:t>
            </a:r>
            <a:endParaRPr/>
          </a:p>
        </p:txBody>
      </p:sp>
      <p:sp>
        <p:nvSpPr>
          <p:cNvPr id="929" name="Google Shape;929;p38"/>
          <p:cNvSpPr txBox="1"/>
          <p:nvPr/>
        </p:nvSpPr>
        <p:spPr>
          <a:xfrm>
            <a:off x="14956212" y="4931589"/>
            <a:ext cx="1023293" cy="626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4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(6,5)</a:t>
            </a:r>
            <a:endParaRPr/>
          </a:p>
        </p:txBody>
      </p:sp>
      <p:sp>
        <p:nvSpPr>
          <p:cNvPr id="930" name="Google Shape;930;p38"/>
          <p:cNvSpPr txBox="1"/>
          <p:nvPr/>
        </p:nvSpPr>
        <p:spPr>
          <a:xfrm>
            <a:off x="14957705" y="6280728"/>
            <a:ext cx="1020308" cy="626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4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(6,6)</a:t>
            </a:r>
            <a:endParaRPr/>
          </a:p>
        </p:txBody>
      </p:sp>
      <p:sp>
        <p:nvSpPr>
          <p:cNvPr id="931" name="Google Shape;931;p38"/>
          <p:cNvSpPr/>
          <p:nvPr/>
        </p:nvSpPr>
        <p:spPr>
          <a:xfrm>
            <a:off x="13928441" y="2349221"/>
            <a:ext cx="708738" cy="510292"/>
          </a:xfrm>
          <a:custGeom>
            <a:rect b="b" l="l" r="r" t="t"/>
            <a:pathLst>
              <a:path extrusionOk="0" h="510292" w="708738">
                <a:moveTo>
                  <a:pt x="0" y="0"/>
                </a:moveTo>
                <a:lnTo>
                  <a:pt x="708739" y="0"/>
                </a:lnTo>
                <a:lnTo>
                  <a:pt x="708739" y="510292"/>
                </a:lnTo>
                <a:lnTo>
                  <a:pt x="0" y="5102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2" name="Google Shape;932;p38"/>
          <p:cNvSpPr/>
          <p:nvPr/>
        </p:nvSpPr>
        <p:spPr>
          <a:xfrm flipH="1">
            <a:off x="13928441" y="3698360"/>
            <a:ext cx="708738" cy="510292"/>
          </a:xfrm>
          <a:custGeom>
            <a:rect b="b" l="l" r="r" t="t"/>
            <a:pathLst>
              <a:path extrusionOk="0" h="510292" w="708738">
                <a:moveTo>
                  <a:pt x="708739" y="0"/>
                </a:moveTo>
                <a:lnTo>
                  <a:pt x="0" y="0"/>
                </a:lnTo>
                <a:lnTo>
                  <a:pt x="0" y="510292"/>
                </a:lnTo>
                <a:lnTo>
                  <a:pt x="708739" y="510292"/>
                </a:lnTo>
                <a:lnTo>
                  <a:pt x="708739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3" name="Google Shape;933;p38"/>
          <p:cNvSpPr/>
          <p:nvPr/>
        </p:nvSpPr>
        <p:spPr>
          <a:xfrm flipH="1">
            <a:off x="11548077" y="3658650"/>
            <a:ext cx="708738" cy="510292"/>
          </a:xfrm>
          <a:custGeom>
            <a:rect b="b" l="l" r="r" t="t"/>
            <a:pathLst>
              <a:path extrusionOk="0" h="510292" w="708738">
                <a:moveTo>
                  <a:pt x="708738" y="0"/>
                </a:moveTo>
                <a:lnTo>
                  <a:pt x="0" y="0"/>
                </a:lnTo>
                <a:lnTo>
                  <a:pt x="0" y="510291"/>
                </a:lnTo>
                <a:lnTo>
                  <a:pt x="708738" y="510291"/>
                </a:lnTo>
                <a:lnTo>
                  <a:pt x="708738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4" name="Google Shape;934;p38"/>
          <p:cNvSpPr/>
          <p:nvPr/>
        </p:nvSpPr>
        <p:spPr>
          <a:xfrm>
            <a:off x="11584890" y="5044010"/>
            <a:ext cx="708738" cy="510292"/>
          </a:xfrm>
          <a:custGeom>
            <a:rect b="b" l="l" r="r" t="t"/>
            <a:pathLst>
              <a:path extrusionOk="0" h="510292" w="708738">
                <a:moveTo>
                  <a:pt x="0" y="0"/>
                </a:moveTo>
                <a:lnTo>
                  <a:pt x="708739" y="0"/>
                </a:lnTo>
                <a:lnTo>
                  <a:pt x="708739" y="510291"/>
                </a:lnTo>
                <a:lnTo>
                  <a:pt x="0" y="5102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5" name="Google Shape;935;p38"/>
          <p:cNvSpPr/>
          <p:nvPr/>
        </p:nvSpPr>
        <p:spPr>
          <a:xfrm>
            <a:off x="13928441" y="5051023"/>
            <a:ext cx="708738" cy="510292"/>
          </a:xfrm>
          <a:custGeom>
            <a:rect b="b" l="l" r="r" t="t"/>
            <a:pathLst>
              <a:path extrusionOk="0" h="510292" w="708738">
                <a:moveTo>
                  <a:pt x="0" y="0"/>
                </a:moveTo>
                <a:lnTo>
                  <a:pt x="708739" y="0"/>
                </a:lnTo>
                <a:lnTo>
                  <a:pt x="708739" y="510292"/>
                </a:lnTo>
                <a:lnTo>
                  <a:pt x="0" y="5102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6" name="Google Shape;936;p38"/>
          <p:cNvSpPr/>
          <p:nvPr/>
        </p:nvSpPr>
        <p:spPr>
          <a:xfrm flipH="1" rot="-5400000">
            <a:off x="15206510" y="3070910"/>
            <a:ext cx="522698" cy="376342"/>
          </a:xfrm>
          <a:custGeom>
            <a:rect b="b" l="l" r="r" t="t"/>
            <a:pathLst>
              <a:path extrusionOk="0" h="376342" w="522698">
                <a:moveTo>
                  <a:pt x="0" y="376342"/>
                </a:moveTo>
                <a:lnTo>
                  <a:pt x="522698" y="376342"/>
                </a:lnTo>
                <a:lnTo>
                  <a:pt x="522698" y="0"/>
                </a:lnTo>
                <a:lnTo>
                  <a:pt x="0" y="0"/>
                </a:lnTo>
                <a:lnTo>
                  <a:pt x="0" y="376342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7" name="Google Shape;937;p38"/>
          <p:cNvSpPr/>
          <p:nvPr/>
        </p:nvSpPr>
        <p:spPr>
          <a:xfrm flipH="1" rot="-5400000">
            <a:off x="10456049" y="4420049"/>
            <a:ext cx="522698" cy="376342"/>
          </a:xfrm>
          <a:custGeom>
            <a:rect b="b" l="l" r="r" t="t"/>
            <a:pathLst>
              <a:path extrusionOk="0" h="376342" w="522698">
                <a:moveTo>
                  <a:pt x="0" y="376342"/>
                </a:moveTo>
                <a:lnTo>
                  <a:pt x="522697" y="376342"/>
                </a:lnTo>
                <a:lnTo>
                  <a:pt x="522697" y="0"/>
                </a:lnTo>
                <a:lnTo>
                  <a:pt x="0" y="0"/>
                </a:lnTo>
                <a:lnTo>
                  <a:pt x="0" y="376342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8" name="Google Shape;938;p38"/>
          <p:cNvSpPr/>
          <p:nvPr/>
        </p:nvSpPr>
        <p:spPr>
          <a:xfrm flipH="1" rot="-5400000">
            <a:off x="15206510" y="5769916"/>
            <a:ext cx="522698" cy="376342"/>
          </a:xfrm>
          <a:custGeom>
            <a:rect b="b" l="l" r="r" t="t"/>
            <a:pathLst>
              <a:path extrusionOk="0" h="376342" w="522698">
                <a:moveTo>
                  <a:pt x="0" y="376343"/>
                </a:moveTo>
                <a:lnTo>
                  <a:pt x="522698" y="376343"/>
                </a:lnTo>
                <a:lnTo>
                  <a:pt x="522698" y="0"/>
                </a:lnTo>
                <a:lnTo>
                  <a:pt x="0" y="0"/>
                </a:lnTo>
                <a:lnTo>
                  <a:pt x="0" y="376343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9" name="Google Shape;939;p38"/>
          <p:cNvSpPr txBox="1"/>
          <p:nvPr/>
        </p:nvSpPr>
        <p:spPr>
          <a:xfrm>
            <a:off x="12667960" y="6280728"/>
            <a:ext cx="970555" cy="626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4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(6,7)</a:t>
            </a:r>
            <a:endParaRPr/>
          </a:p>
        </p:txBody>
      </p:sp>
      <p:sp>
        <p:nvSpPr>
          <p:cNvPr id="940" name="Google Shape;940;p38"/>
          <p:cNvSpPr/>
          <p:nvPr/>
        </p:nvSpPr>
        <p:spPr>
          <a:xfrm flipH="1">
            <a:off x="13928441" y="6356928"/>
            <a:ext cx="708738" cy="510292"/>
          </a:xfrm>
          <a:custGeom>
            <a:rect b="b" l="l" r="r" t="t"/>
            <a:pathLst>
              <a:path extrusionOk="0" h="510292" w="708738">
                <a:moveTo>
                  <a:pt x="708739" y="0"/>
                </a:moveTo>
                <a:lnTo>
                  <a:pt x="0" y="0"/>
                </a:lnTo>
                <a:lnTo>
                  <a:pt x="0" y="510291"/>
                </a:lnTo>
                <a:lnTo>
                  <a:pt x="708739" y="510291"/>
                </a:lnTo>
                <a:lnTo>
                  <a:pt x="708739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 spd="slow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3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46" name="Google Shape;946;p39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947" name="Google Shape;947;p39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48" name="Google Shape;948;p39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9" name="Google Shape;949;p39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0" name="Google Shape;950;p39"/>
          <p:cNvSpPr/>
          <p:nvPr/>
        </p:nvSpPr>
        <p:spPr>
          <a:xfrm>
            <a:off x="4634686" y="3806350"/>
            <a:ext cx="9301697" cy="2350793"/>
          </a:xfrm>
          <a:custGeom>
            <a:rect b="b" l="l" r="r" t="t"/>
            <a:pathLst>
              <a:path extrusionOk="0" h="2350793" w="9301697">
                <a:moveTo>
                  <a:pt x="0" y="0"/>
                </a:moveTo>
                <a:lnTo>
                  <a:pt x="9301697" y="0"/>
                </a:lnTo>
                <a:lnTo>
                  <a:pt x="9301697" y="2350792"/>
                </a:lnTo>
                <a:lnTo>
                  <a:pt x="0" y="23507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1" name="Google Shape;951;p39"/>
          <p:cNvSpPr txBox="1"/>
          <p:nvPr/>
        </p:nvSpPr>
        <p:spPr>
          <a:xfrm>
            <a:off x="5174407" y="4659313"/>
            <a:ext cx="7939187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Giao diện người dùng (UI)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4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57" name="Google Shape;957;p40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958" name="Google Shape;958;p40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59" name="Google Shape;959;p40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0" name="Google Shape;960;p40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61" name="Google Shape;961;p40"/>
          <p:cNvSpPr/>
          <p:nvPr/>
        </p:nvSpPr>
        <p:spPr>
          <a:xfrm>
            <a:off x="3828501" y="2376071"/>
            <a:ext cx="11781611" cy="7189193"/>
          </a:xfrm>
          <a:custGeom>
            <a:rect b="b" l="l" r="r" t="t"/>
            <a:pathLst>
              <a:path extrusionOk="0" h="7189193" w="11781611">
                <a:moveTo>
                  <a:pt x="0" y="0"/>
                </a:moveTo>
                <a:lnTo>
                  <a:pt x="11781611" y="0"/>
                </a:lnTo>
                <a:lnTo>
                  <a:pt x="11781611" y="7189193"/>
                </a:lnTo>
                <a:lnTo>
                  <a:pt x="0" y="71891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6493" l="0" r="0" t="-8627"/>
            </a:stretch>
          </a:blipFill>
          <a:ln cap="sq" cmpd="sng" w="381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962" name="Google Shape;962;p40"/>
          <p:cNvGrpSpPr/>
          <p:nvPr/>
        </p:nvGrpSpPr>
        <p:grpSpPr>
          <a:xfrm>
            <a:off x="1615154" y="1337917"/>
            <a:ext cx="3086100" cy="2851398"/>
            <a:chOff x="0" y="-104775"/>
            <a:chExt cx="812800" cy="750986"/>
          </a:xfrm>
        </p:grpSpPr>
        <p:sp>
          <p:nvSpPr>
            <p:cNvPr id="963" name="Google Shape;963;p40"/>
            <p:cNvSpPr/>
            <p:nvPr/>
          </p:nvSpPr>
          <p:spPr>
            <a:xfrm>
              <a:off x="0" y="0"/>
              <a:ext cx="812800" cy="646211"/>
            </a:xfrm>
            <a:custGeom>
              <a:rect b="b" l="l" r="r" t="t"/>
              <a:pathLst>
                <a:path extrusionOk="0" h="646211" w="812800">
                  <a:moveTo>
                    <a:pt x="42647" y="0"/>
                  </a:moveTo>
                  <a:lnTo>
                    <a:pt x="770153" y="0"/>
                  </a:lnTo>
                  <a:cubicBezTo>
                    <a:pt x="781464" y="0"/>
                    <a:pt x="792311" y="4493"/>
                    <a:pt x="800309" y="12491"/>
                  </a:cubicBezTo>
                  <a:cubicBezTo>
                    <a:pt x="808307" y="20489"/>
                    <a:pt x="812800" y="31336"/>
                    <a:pt x="812800" y="42647"/>
                  </a:cubicBezTo>
                  <a:lnTo>
                    <a:pt x="812800" y="603564"/>
                  </a:lnTo>
                  <a:cubicBezTo>
                    <a:pt x="812800" y="614874"/>
                    <a:pt x="808307" y="625722"/>
                    <a:pt x="800309" y="633720"/>
                  </a:cubicBezTo>
                  <a:cubicBezTo>
                    <a:pt x="792311" y="641718"/>
                    <a:pt x="781464" y="646211"/>
                    <a:pt x="770153" y="646211"/>
                  </a:cubicBezTo>
                  <a:lnTo>
                    <a:pt x="42647" y="646211"/>
                  </a:lnTo>
                  <a:cubicBezTo>
                    <a:pt x="19094" y="646211"/>
                    <a:pt x="0" y="627117"/>
                    <a:pt x="0" y="603564"/>
                  </a:cubicBezTo>
                  <a:lnTo>
                    <a:pt x="0" y="42647"/>
                  </a:lnTo>
                  <a:cubicBezTo>
                    <a:pt x="0" y="31336"/>
                    <a:pt x="4493" y="20489"/>
                    <a:pt x="12491" y="12491"/>
                  </a:cubicBezTo>
                  <a:cubicBezTo>
                    <a:pt x="20489" y="4493"/>
                    <a:pt x="31336" y="0"/>
                    <a:pt x="42647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55A6D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40"/>
            <p:cNvSpPr txBox="1"/>
            <p:nvPr/>
          </p:nvSpPr>
          <p:spPr>
            <a:xfrm>
              <a:off x="0" y="-104775"/>
              <a:ext cx="812800" cy="7509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899" u="none" cap="none" strike="noStrike">
                  <a:solidFill>
                    <a:srgbClr val="000000"/>
                  </a:solidFill>
                  <a:latin typeface="Fraunces"/>
                  <a:ea typeface="Fraunces"/>
                  <a:cs typeface="Fraunces"/>
                  <a:sym typeface="Fraunces"/>
                </a:rPr>
                <a:t>Menu</a:t>
              </a:r>
              <a:endParaRPr/>
            </a:p>
          </p:txBody>
        </p:sp>
      </p:grpSp>
    </p:spTree>
  </p:cSld>
  <p:clrMapOvr>
    <a:masterClrMapping/>
  </p:clrMapOvr>
  <p:transition spd="slow">
    <p:push/>
  </p:transition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4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70" name="Google Shape;970;p41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971" name="Google Shape;971;p41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72" name="Google Shape;972;p41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3" name="Google Shape;973;p41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4" name="Google Shape;974;p41"/>
          <p:cNvSpPr/>
          <p:nvPr/>
        </p:nvSpPr>
        <p:spPr>
          <a:xfrm>
            <a:off x="2314579" y="1468099"/>
            <a:ext cx="13658842" cy="8536776"/>
          </a:xfrm>
          <a:custGeom>
            <a:rect b="b" l="l" r="r" t="t"/>
            <a:pathLst>
              <a:path extrusionOk="0" h="8536776" w="13658842">
                <a:moveTo>
                  <a:pt x="0" y="0"/>
                </a:moveTo>
                <a:lnTo>
                  <a:pt x="13658842" y="0"/>
                </a:lnTo>
                <a:lnTo>
                  <a:pt x="13658842" y="8536776"/>
                </a:lnTo>
                <a:lnTo>
                  <a:pt x="0" y="85367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 spd="slow">
    <p:push/>
  </p:transition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4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80" name="Google Shape;980;p42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981" name="Google Shape;981;p42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82" name="Google Shape;982;p42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3" name="Google Shape;983;p42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4" name="Google Shape;984;p42"/>
          <p:cNvSpPr/>
          <p:nvPr/>
        </p:nvSpPr>
        <p:spPr>
          <a:xfrm>
            <a:off x="2314579" y="1468099"/>
            <a:ext cx="13658842" cy="8536776"/>
          </a:xfrm>
          <a:custGeom>
            <a:rect b="b" l="l" r="r" t="t"/>
            <a:pathLst>
              <a:path extrusionOk="0" h="8536776" w="13658842">
                <a:moveTo>
                  <a:pt x="0" y="0"/>
                </a:moveTo>
                <a:lnTo>
                  <a:pt x="13658842" y="0"/>
                </a:lnTo>
                <a:lnTo>
                  <a:pt x="13658842" y="8536776"/>
                </a:lnTo>
                <a:lnTo>
                  <a:pt x="0" y="85367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85" name="Google Shape;985;p42"/>
          <p:cNvGrpSpPr/>
          <p:nvPr/>
        </p:nvGrpSpPr>
        <p:grpSpPr>
          <a:xfrm>
            <a:off x="0" y="1767820"/>
            <a:ext cx="17809330" cy="2266870"/>
            <a:chOff x="0" y="-38100"/>
            <a:chExt cx="3905791" cy="497151"/>
          </a:xfrm>
        </p:grpSpPr>
        <p:sp>
          <p:nvSpPr>
            <p:cNvPr id="986" name="Google Shape;986;p42"/>
            <p:cNvSpPr/>
            <p:nvPr/>
          </p:nvSpPr>
          <p:spPr>
            <a:xfrm>
              <a:off x="0" y="0"/>
              <a:ext cx="3905791" cy="459051"/>
            </a:xfrm>
            <a:custGeom>
              <a:rect b="b" l="l" r="r" t="t"/>
              <a:pathLst>
                <a:path extrusionOk="0" h="459051" w="3905791">
                  <a:moveTo>
                    <a:pt x="0" y="0"/>
                  </a:moveTo>
                  <a:lnTo>
                    <a:pt x="3905791" y="0"/>
                  </a:lnTo>
                  <a:lnTo>
                    <a:pt x="3905791" y="459051"/>
                  </a:lnTo>
                  <a:lnTo>
                    <a:pt x="0" y="4590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57150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987" name="Google Shape;987;p42"/>
            <p:cNvSpPr txBox="1"/>
            <p:nvPr/>
          </p:nvSpPr>
          <p:spPr>
            <a:xfrm>
              <a:off x="0" y="-38100"/>
              <a:ext cx="3905791" cy="4971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1000" lIns="61000" spcFirstLastPara="1" rIns="61000" wrap="square" tIns="61000">
              <a:noAutofit/>
            </a:bodyPr>
            <a:lstStyle/>
            <a:p>
              <a:pPr indent="0" lvl="0" marL="0" marR="0" rtl="0" algn="ctr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8" name="Google Shape;988;p42"/>
          <p:cNvGrpSpPr/>
          <p:nvPr/>
        </p:nvGrpSpPr>
        <p:grpSpPr>
          <a:xfrm>
            <a:off x="1771607" y="3894910"/>
            <a:ext cx="5936252" cy="2099363"/>
            <a:chOff x="0" y="-104775"/>
            <a:chExt cx="1563457" cy="552919"/>
          </a:xfrm>
        </p:grpSpPr>
        <p:sp>
          <p:nvSpPr>
            <p:cNvPr id="989" name="Google Shape;989;p42"/>
            <p:cNvSpPr/>
            <p:nvPr/>
          </p:nvSpPr>
          <p:spPr>
            <a:xfrm>
              <a:off x="0" y="0"/>
              <a:ext cx="1563457" cy="448144"/>
            </a:xfrm>
            <a:custGeom>
              <a:rect b="b" l="l" r="r" t="t"/>
              <a:pathLst>
                <a:path extrusionOk="0" h="448144" w="1563457">
                  <a:moveTo>
                    <a:pt x="22171" y="0"/>
                  </a:moveTo>
                  <a:lnTo>
                    <a:pt x="1541286" y="0"/>
                  </a:lnTo>
                  <a:cubicBezTo>
                    <a:pt x="1547167" y="0"/>
                    <a:pt x="1552806" y="2336"/>
                    <a:pt x="1556964" y="6494"/>
                  </a:cubicBezTo>
                  <a:cubicBezTo>
                    <a:pt x="1561121" y="10652"/>
                    <a:pt x="1563457" y="16291"/>
                    <a:pt x="1563457" y="22171"/>
                  </a:cubicBezTo>
                  <a:lnTo>
                    <a:pt x="1563457" y="425973"/>
                  </a:lnTo>
                  <a:cubicBezTo>
                    <a:pt x="1563457" y="438217"/>
                    <a:pt x="1553531" y="448144"/>
                    <a:pt x="1541286" y="448144"/>
                  </a:cubicBezTo>
                  <a:lnTo>
                    <a:pt x="22171" y="448144"/>
                  </a:lnTo>
                  <a:cubicBezTo>
                    <a:pt x="16291" y="448144"/>
                    <a:pt x="10652" y="445808"/>
                    <a:pt x="6494" y="441650"/>
                  </a:cubicBezTo>
                  <a:cubicBezTo>
                    <a:pt x="2336" y="437492"/>
                    <a:pt x="0" y="431853"/>
                    <a:pt x="0" y="425973"/>
                  </a:cubicBezTo>
                  <a:lnTo>
                    <a:pt x="0" y="22171"/>
                  </a:lnTo>
                  <a:cubicBezTo>
                    <a:pt x="0" y="16291"/>
                    <a:pt x="2336" y="10652"/>
                    <a:pt x="6494" y="6494"/>
                  </a:cubicBezTo>
                  <a:cubicBezTo>
                    <a:pt x="10652" y="2336"/>
                    <a:pt x="16291" y="0"/>
                    <a:pt x="22171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55A6D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42"/>
            <p:cNvSpPr txBox="1"/>
            <p:nvPr/>
          </p:nvSpPr>
          <p:spPr>
            <a:xfrm>
              <a:off x="0" y="-104775"/>
              <a:ext cx="1563457" cy="5529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899" u="none" cap="none" strike="noStrike">
                  <a:solidFill>
                    <a:srgbClr val="000000"/>
                  </a:solidFill>
                  <a:latin typeface="Fraunces"/>
                  <a:ea typeface="Fraunces"/>
                  <a:cs typeface="Fraunces"/>
                  <a:sym typeface="Fraunces"/>
                </a:rPr>
                <a:t>Các nút thao tác</a:t>
              </a:r>
              <a:endParaRPr/>
            </a:p>
          </p:txBody>
        </p:sp>
      </p:grpSp>
      <p:sp>
        <p:nvSpPr>
          <p:cNvPr id="991" name="Google Shape;991;p42"/>
          <p:cNvSpPr/>
          <p:nvPr/>
        </p:nvSpPr>
        <p:spPr>
          <a:xfrm>
            <a:off x="354545" y="2156818"/>
            <a:ext cx="17195390" cy="1600779"/>
          </a:xfrm>
          <a:custGeom>
            <a:rect b="b" l="l" r="r" t="t"/>
            <a:pathLst>
              <a:path extrusionOk="0" h="1600779" w="17195390">
                <a:moveTo>
                  <a:pt x="0" y="0"/>
                </a:moveTo>
                <a:lnTo>
                  <a:pt x="17195390" y="0"/>
                </a:lnTo>
                <a:lnTo>
                  <a:pt x="17195390" y="1600778"/>
                </a:lnTo>
                <a:lnTo>
                  <a:pt x="0" y="16007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744764" l="-20537" r="-21886" t="-111349"/>
            </a:stretch>
          </a:blipFill>
          <a:ln>
            <a:noFill/>
          </a:ln>
        </p:spPr>
      </p:sp>
    </p:spTree>
  </p:cSld>
  <p:clrMapOvr>
    <a:masterClrMapping/>
  </p:clrMapOvr>
  <p:transition spd="slow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4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97" name="Google Shape;997;p43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998" name="Google Shape;998;p43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99" name="Google Shape;999;p43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00" name="Google Shape;1000;p43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1" name="Google Shape;1001;p43"/>
          <p:cNvSpPr/>
          <p:nvPr/>
        </p:nvSpPr>
        <p:spPr>
          <a:xfrm>
            <a:off x="2314579" y="1468099"/>
            <a:ext cx="13658842" cy="8536776"/>
          </a:xfrm>
          <a:custGeom>
            <a:rect b="b" l="l" r="r" t="t"/>
            <a:pathLst>
              <a:path extrusionOk="0" h="8536776" w="13658842">
                <a:moveTo>
                  <a:pt x="0" y="0"/>
                </a:moveTo>
                <a:lnTo>
                  <a:pt x="13658842" y="0"/>
                </a:lnTo>
                <a:lnTo>
                  <a:pt x="13658842" y="8536776"/>
                </a:lnTo>
                <a:lnTo>
                  <a:pt x="0" y="85367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2" name="Google Shape;1002;p43"/>
          <p:cNvSpPr/>
          <p:nvPr/>
        </p:nvSpPr>
        <p:spPr>
          <a:xfrm>
            <a:off x="532281" y="3769847"/>
            <a:ext cx="9340841" cy="2747306"/>
          </a:xfrm>
          <a:custGeom>
            <a:rect b="b" l="l" r="r" t="t"/>
            <a:pathLst>
              <a:path extrusionOk="0" h="2747306" w="9340841">
                <a:moveTo>
                  <a:pt x="0" y="0"/>
                </a:moveTo>
                <a:lnTo>
                  <a:pt x="9340842" y="0"/>
                </a:lnTo>
                <a:lnTo>
                  <a:pt x="9340842" y="2747306"/>
                </a:lnTo>
                <a:lnTo>
                  <a:pt x="0" y="27473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935479" l="-83154" r="-364851" t="-128935"/>
            </a:stretch>
          </a:blipFill>
          <a:ln>
            <a:noFill/>
          </a:ln>
        </p:spPr>
      </p:sp>
      <p:cxnSp>
        <p:nvCxnSpPr>
          <p:cNvPr id="1003" name="Google Shape;1003;p43"/>
          <p:cNvCxnSpPr/>
          <p:nvPr/>
        </p:nvCxnSpPr>
        <p:spPr>
          <a:xfrm flipH="1" rot="10800000">
            <a:off x="4468888" y="3202303"/>
            <a:ext cx="717713" cy="1135088"/>
          </a:xfrm>
          <a:prstGeom prst="straightConnector1">
            <a:avLst/>
          </a:prstGeom>
          <a:noFill/>
          <a:ln cap="flat" cmpd="sng" w="38100">
            <a:solidFill>
              <a:srgbClr val="D1383D"/>
            </a:solidFill>
            <a:prstDash val="solid"/>
            <a:round/>
            <a:headEnd len="med" w="med" type="stealth"/>
            <a:tailEnd len="sm" w="sm" type="none"/>
          </a:ln>
        </p:spPr>
      </p:cxnSp>
      <p:grpSp>
        <p:nvGrpSpPr>
          <p:cNvPr id="1004" name="Google Shape;1004;p43"/>
          <p:cNvGrpSpPr/>
          <p:nvPr/>
        </p:nvGrpSpPr>
        <p:grpSpPr>
          <a:xfrm>
            <a:off x="4362900" y="2280514"/>
            <a:ext cx="2518712" cy="927118"/>
            <a:chOff x="0" y="-38100"/>
            <a:chExt cx="552383" cy="203328"/>
          </a:xfrm>
        </p:grpSpPr>
        <p:sp>
          <p:nvSpPr>
            <p:cNvPr id="1005" name="Google Shape;1005;p43"/>
            <p:cNvSpPr/>
            <p:nvPr/>
          </p:nvSpPr>
          <p:spPr>
            <a:xfrm>
              <a:off x="0" y="0"/>
              <a:ext cx="552383" cy="165228"/>
            </a:xfrm>
            <a:custGeom>
              <a:rect b="b" l="l" r="r" t="t"/>
              <a:pathLst>
                <a:path extrusionOk="0" h="165228" w="552383">
                  <a:moveTo>
                    <a:pt x="0" y="0"/>
                  </a:moveTo>
                  <a:lnTo>
                    <a:pt x="552383" y="0"/>
                  </a:lnTo>
                  <a:lnTo>
                    <a:pt x="552383" y="165228"/>
                  </a:lnTo>
                  <a:lnTo>
                    <a:pt x="0" y="1652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57150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006" name="Google Shape;1006;p43"/>
            <p:cNvSpPr txBox="1"/>
            <p:nvPr/>
          </p:nvSpPr>
          <p:spPr>
            <a:xfrm>
              <a:off x="0" y="-38100"/>
              <a:ext cx="552383" cy="203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1000" lIns="61000" spcFirstLastPara="1" rIns="61000" wrap="square" tIns="61000">
              <a:noAutofit/>
            </a:bodyPr>
            <a:lstStyle/>
            <a:p>
              <a:pPr indent="0" lvl="0" marL="0" marR="0" rtl="0" algn="ctr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7" name="Google Shape;1007;p43"/>
          <p:cNvGrpSpPr/>
          <p:nvPr/>
        </p:nvGrpSpPr>
        <p:grpSpPr>
          <a:xfrm>
            <a:off x="10895242" y="3518892"/>
            <a:ext cx="3691112" cy="2851398"/>
            <a:chOff x="0" y="-104775"/>
            <a:chExt cx="972145" cy="750986"/>
          </a:xfrm>
        </p:grpSpPr>
        <p:sp>
          <p:nvSpPr>
            <p:cNvPr id="1008" name="Google Shape;1008;p43"/>
            <p:cNvSpPr/>
            <p:nvPr/>
          </p:nvSpPr>
          <p:spPr>
            <a:xfrm>
              <a:off x="0" y="0"/>
              <a:ext cx="972145" cy="646211"/>
            </a:xfrm>
            <a:custGeom>
              <a:rect b="b" l="l" r="r" t="t"/>
              <a:pathLst>
                <a:path extrusionOk="0" h="646211" w="972145">
                  <a:moveTo>
                    <a:pt x="35657" y="0"/>
                  </a:moveTo>
                  <a:lnTo>
                    <a:pt x="936488" y="0"/>
                  </a:lnTo>
                  <a:cubicBezTo>
                    <a:pt x="956181" y="0"/>
                    <a:pt x="972145" y="15964"/>
                    <a:pt x="972145" y="35657"/>
                  </a:cubicBezTo>
                  <a:lnTo>
                    <a:pt x="972145" y="610554"/>
                  </a:lnTo>
                  <a:cubicBezTo>
                    <a:pt x="972145" y="630247"/>
                    <a:pt x="956181" y="646211"/>
                    <a:pt x="936488" y="646211"/>
                  </a:cubicBezTo>
                  <a:lnTo>
                    <a:pt x="35657" y="646211"/>
                  </a:lnTo>
                  <a:cubicBezTo>
                    <a:pt x="15964" y="646211"/>
                    <a:pt x="0" y="630247"/>
                    <a:pt x="0" y="610554"/>
                  </a:cubicBezTo>
                  <a:lnTo>
                    <a:pt x="0" y="35657"/>
                  </a:lnTo>
                  <a:cubicBezTo>
                    <a:pt x="0" y="15964"/>
                    <a:pt x="15964" y="0"/>
                    <a:pt x="35657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55A6D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43"/>
            <p:cNvSpPr txBox="1"/>
            <p:nvPr/>
          </p:nvSpPr>
          <p:spPr>
            <a:xfrm>
              <a:off x="0" y="-104775"/>
              <a:ext cx="972145" cy="7509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899" u="none" cap="none" strike="noStrike">
                  <a:solidFill>
                    <a:srgbClr val="000000"/>
                  </a:solidFill>
                  <a:latin typeface="Fraunces"/>
                  <a:ea typeface="Fraunces"/>
                  <a:cs typeface="Fraunces"/>
                  <a:sym typeface="Fraunces"/>
                </a:rPr>
                <a:t>Giải </a:t>
              </a:r>
              <a:endParaRPr/>
            </a:p>
            <a:p>
              <a:pPr indent="0" lvl="0" marL="0" marR="0" rtl="0" algn="ctr">
                <a:lnSpc>
                  <a:spcPct val="14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899" u="none" cap="none" strike="noStrike">
                  <a:solidFill>
                    <a:srgbClr val="000000"/>
                  </a:solidFill>
                  <a:latin typeface="Fraunces"/>
                  <a:ea typeface="Fraunces"/>
                  <a:cs typeface="Fraunces"/>
                  <a:sym typeface="Fraunces"/>
                </a:rPr>
                <a:t>mê cung</a:t>
              </a:r>
              <a:endParaRPr/>
            </a:p>
          </p:txBody>
        </p:sp>
      </p:grpSp>
    </p:spTree>
  </p:cSld>
  <p:clrMapOvr>
    <a:masterClrMapping/>
  </p:clrMapOvr>
  <p:transition spd="slow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4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15" name="Google Shape;1015;p44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1016" name="Google Shape;1016;p44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17" name="Google Shape;1017;p44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8" name="Google Shape;1018;p44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9" name="Google Shape;1019;p44"/>
          <p:cNvSpPr/>
          <p:nvPr/>
        </p:nvSpPr>
        <p:spPr>
          <a:xfrm>
            <a:off x="2314579" y="1468099"/>
            <a:ext cx="13658842" cy="8536776"/>
          </a:xfrm>
          <a:custGeom>
            <a:rect b="b" l="l" r="r" t="t"/>
            <a:pathLst>
              <a:path extrusionOk="0" h="8536776" w="13658842">
                <a:moveTo>
                  <a:pt x="0" y="0"/>
                </a:moveTo>
                <a:lnTo>
                  <a:pt x="13658842" y="0"/>
                </a:lnTo>
                <a:lnTo>
                  <a:pt x="13658842" y="8536776"/>
                </a:lnTo>
                <a:lnTo>
                  <a:pt x="0" y="85367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20" name="Google Shape;1020;p44"/>
          <p:cNvGrpSpPr/>
          <p:nvPr/>
        </p:nvGrpSpPr>
        <p:grpSpPr>
          <a:xfrm>
            <a:off x="6625288" y="2275185"/>
            <a:ext cx="2518712" cy="927118"/>
            <a:chOff x="0" y="-38100"/>
            <a:chExt cx="552383" cy="203328"/>
          </a:xfrm>
        </p:grpSpPr>
        <p:sp>
          <p:nvSpPr>
            <p:cNvPr id="1021" name="Google Shape;1021;p44"/>
            <p:cNvSpPr/>
            <p:nvPr/>
          </p:nvSpPr>
          <p:spPr>
            <a:xfrm>
              <a:off x="0" y="0"/>
              <a:ext cx="552383" cy="165228"/>
            </a:xfrm>
            <a:custGeom>
              <a:rect b="b" l="l" r="r" t="t"/>
              <a:pathLst>
                <a:path extrusionOk="0" h="165228" w="552383">
                  <a:moveTo>
                    <a:pt x="0" y="0"/>
                  </a:moveTo>
                  <a:lnTo>
                    <a:pt x="552383" y="0"/>
                  </a:lnTo>
                  <a:lnTo>
                    <a:pt x="552383" y="165228"/>
                  </a:lnTo>
                  <a:lnTo>
                    <a:pt x="0" y="1652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57150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022" name="Google Shape;1022;p44"/>
            <p:cNvSpPr txBox="1"/>
            <p:nvPr/>
          </p:nvSpPr>
          <p:spPr>
            <a:xfrm>
              <a:off x="0" y="-38100"/>
              <a:ext cx="552383" cy="203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1000" lIns="61000" spcFirstLastPara="1" rIns="61000" wrap="square" tIns="61000">
              <a:noAutofit/>
            </a:bodyPr>
            <a:lstStyle/>
            <a:p>
              <a:pPr indent="0" lvl="0" marL="0" marR="0" rtl="0" algn="ctr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3" name="Google Shape;1023;p44"/>
          <p:cNvSpPr/>
          <p:nvPr/>
        </p:nvSpPr>
        <p:spPr>
          <a:xfrm>
            <a:off x="526382" y="3916709"/>
            <a:ext cx="9477758" cy="2800674"/>
          </a:xfrm>
          <a:custGeom>
            <a:rect b="b" l="l" r="r" t="t"/>
            <a:pathLst>
              <a:path extrusionOk="0" h="2800674" w="9477758">
                <a:moveTo>
                  <a:pt x="0" y="0"/>
                </a:moveTo>
                <a:lnTo>
                  <a:pt x="9477758" y="0"/>
                </a:lnTo>
                <a:lnTo>
                  <a:pt x="9477758" y="2800674"/>
                </a:lnTo>
                <a:lnTo>
                  <a:pt x="0" y="2800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071364" l="-210182" r="-320692" t="-163037"/>
            </a:stretch>
          </a:blipFill>
          <a:ln>
            <a:noFill/>
          </a:ln>
        </p:spPr>
      </p:sp>
      <p:cxnSp>
        <p:nvCxnSpPr>
          <p:cNvPr id="1024" name="Google Shape;1024;p44"/>
          <p:cNvCxnSpPr/>
          <p:nvPr/>
        </p:nvCxnSpPr>
        <p:spPr>
          <a:xfrm flipH="1" rot="10800000">
            <a:off x="7150830" y="3202303"/>
            <a:ext cx="717713" cy="1135088"/>
          </a:xfrm>
          <a:prstGeom prst="straightConnector1">
            <a:avLst/>
          </a:prstGeom>
          <a:noFill/>
          <a:ln cap="flat" cmpd="sng" w="38100">
            <a:solidFill>
              <a:srgbClr val="D1383D"/>
            </a:solidFill>
            <a:prstDash val="solid"/>
            <a:round/>
            <a:headEnd len="med" w="med" type="stealth"/>
            <a:tailEnd len="sm" w="sm" type="none"/>
          </a:ln>
        </p:spPr>
      </p:cxnSp>
      <p:grpSp>
        <p:nvGrpSpPr>
          <p:cNvPr id="1025" name="Google Shape;1025;p44"/>
          <p:cNvGrpSpPr/>
          <p:nvPr/>
        </p:nvGrpSpPr>
        <p:grpSpPr>
          <a:xfrm>
            <a:off x="11403449" y="3692439"/>
            <a:ext cx="3672554" cy="2851398"/>
            <a:chOff x="0" y="-104775"/>
            <a:chExt cx="967257" cy="750986"/>
          </a:xfrm>
        </p:grpSpPr>
        <p:sp>
          <p:nvSpPr>
            <p:cNvPr id="1026" name="Google Shape;1026;p44"/>
            <p:cNvSpPr/>
            <p:nvPr/>
          </p:nvSpPr>
          <p:spPr>
            <a:xfrm>
              <a:off x="0" y="0"/>
              <a:ext cx="967257" cy="646211"/>
            </a:xfrm>
            <a:custGeom>
              <a:rect b="b" l="l" r="r" t="t"/>
              <a:pathLst>
                <a:path extrusionOk="0" h="646211" w="967257">
                  <a:moveTo>
                    <a:pt x="35837" y="0"/>
                  </a:moveTo>
                  <a:lnTo>
                    <a:pt x="931420" y="0"/>
                  </a:lnTo>
                  <a:cubicBezTo>
                    <a:pt x="940925" y="0"/>
                    <a:pt x="950040" y="3776"/>
                    <a:pt x="956761" y="10496"/>
                  </a:cubicBezTo>
                  <a:cubicBezTo>
                    <a:pt x="963481" y="17217"/>
                    <a:pt x="967257" y="26332"/>
                    <a:pt x="967257" y="35837"/>
                  </a:cubicBezTo>
                  <a:lnTo>
                    <a:pt x="967257" y="610374"/>
                  </a:lnTo>
                  <a:cubicBezTo>
                    <a:pt x="967257" y="619878"/>
                    <a:pt x="963481" y="628994"/>
                    <a:pt x="956761" y="635714"/>
                  </a:cubicBezTo>
                  <a:cubicBezTo>
                    <a:pt x="950040" y="642435"/>
                    <a:pt x="940925" y="646211"/>
                    <a:pt x="931420" y="646211"/>
                  </a:cubicBezTo>
                  <a:lnTo>
                    <a:pt x="35837" y="646211"/>
                  </a:lnTo>
                  <a:cubicBezTo>
                    <a:pt x="26332" y="646211"/>
                    <a:pt x="17217" y="642435"/>
                    <a:pt x="10496" y="635714"/>
                  </a:cubicBezTo>
                  <a:cubicBezTo>
                    <a:pt x="3776" y="628994"/>
                    <a:pt x="0" y="619878"/>
                    <a:pt x="0" y="610374"/>
                  </a:cubicBezTo>
                  <a:lnTo>
                    <a:pt x="0" y="35837"/>
                  </a:lnTo>
                  <a:cubicBezTo>
                    <a:pt x="0" y="26332"/>
                    <a:pt x="3776" y="17217"/>
                    <a:pt x="10496" y="10496"/>
                  </a:cubicBezTo>
                  <a:cubicBezTo>
                    <a:pt x="17217" y="3776"/>
                    <a:pt x="26332" y="0"/>
                    <a:pt x="35837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55A6D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44"/>
            <p:cNvSpPr txBox="1"/>
            <p:nvPr/>
          </p:nvSpPr>
          <p:spPr>
            <a:xfrm>
              <a:off x="0" y="-104775"/>
              <a:ext cx="967257" cy="7509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899" u="none" cap="none" strike="noStrike">
                  <a:solidFill>
                    <a:srgbClr val="000000"/>
                  </a:solidFill>
                  <a:latin typeface="Fraunces"/>
                  <a:ea typeface="Fraunces"/>
                  <a:cs typeface="Fraunces"/>
                  <a:sym typeface="Fraunces"/>
                </a:rPr>
                <a:t>Quay trở lại menu</a:t>
              </a:r>
              <a:endParaRPr/>
            </a:p>
          </p:txBody>
        </p:sp>
      </p:grpSp>
    </p:spTree>
  </p:cSld>
  <p:clrMapOvr>
    <a:masterClrMapping/>
  </p:clrMapOvr>
  <p:transition spd="slow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4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33" name="Google Shape;1033;p45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1034" name="Google Shape;1034;p45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35" name="Google Shape;1035;p45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6" name="Google Shape;1036;p45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7" name="Google Shape;1037;p45"/>
          <p:cNvSpPr/>
          <p:nvPr/>
        </p:nvSpPr>
        <p:spPr>
          <a:xfrm>
            <a:off x="2314579" y="1468099"/>
            <a:ext cx="13658842" cy="8536776"/>
          </a:xfrm>
          <a:custGeom>
            <a:rect b="b" l="l" r="r" t="t"/>
            <a:pathLst>
              <a:path extrusionOk="0" h="8536776" w="13658842">
                <a:moveTo>
                  <a:pt x="0" y="0"/>
                </a:moveTo>
                <a:lnTo>
                  <a:pt x="13658842" y="0"/>
                </a:lnTo>
                <a:lnTo>
                  <a:pt x="13658842" y="8536776"/>
                </a:lnTo>
                <a:lnTo>
                  <a:pt x="0" y="85367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38" name="Google Shape;1038;p45"/>
          <p:cNvGrpSpPr/>
          <p:nvPr/>
        </p:nvGrpSpPr>
        <p:grpSpPr>
          <a:xfrm>
            <a:off x="8891397" y="2226314"/>
            <a:ext cx="1981129" cy="975989"/>
            <a:chOff x="0" y="-38100"/>
            <a:chExt cx="434484" cy="214046"/>
          </a:xfrm>
        </p:grpSpPr>
        <p:sp>
          <p:nvSpPr>
            <p:cNvPr id="1039" name="Google Shape;1039;p45"/>
            <p:cNvSpPr/>
            <p:nvPr/>
          </p:nvSpPr>
          <p:spPr>
            <a:xfrm>
              <a:off x="0" y="0"/>
              <a:ext cx="434484" cy="175946"/>
            </a:xfrm>
            <a:custGeom>
              <a:rect b="b" l="l" r="r" t="t"/>
              <a:pathLst>
                <a:path extrusionOk="0" h="175946" w="434484">
                  <a:moveTo>
                    <a:pt x="0" y="0"/>
                  </a:moveTo>
                  <a:lnTo>
                    <a:pt x="434484" y="0"/>
                  </a:lnTo>
                  <a:lnTo>
                    <a:pt x="434484" y="175946"/>
                  </a:lnTo>
                  <a:lnTo>
                    <a:pt x="0" y="17594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57150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040" name="Google Shape;1040;p45"/>
            <p:cNvSpPr txBox="1"/>
            <p:nvPr/>
          </p:nvSpPr>
          <p:spPr>
            <a:xfrm>
              <a:off x="0" y="-38100"/>
              <a:ext cx="434484" cy="214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1000" lIns="61000" spcFirstLastPara="1" rIns="61000" wrap="square" tIns="61000">
              <a:noAutofit/>
            </a:bodyPr>
            <a:lstStyle/>
            <a:p>
              <a:pPr indent="0" lvl="0" marL="0" marR="0" rtl="0" algn="ctr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1" name="Google Shape;1041;p45"/>
          <p:cNvSpPr/>
          <p:nvPr/>
        </p:nvSpPr>
        <p:spPr>
          <a:xfrm>
            <a:off x="532281" y="3697955"/>
            <a:ext cx="9092930" cy="3583333"/>
          </a:xfrm>
          <a:custGeom>
            <a:rect b="b" l="l" r="r" t="t"/>
            <a:pathLst>
              <a:path extrusionOk="0" h="3583333" w="9092930">
                <a:moveTo>
                  <a:pt x="0" y="0"/>
                </a:moveTo>
                <a:lnTo>
                  <a:pt x="9092930" y="0"/>
                </a:lnTo>
                <a:lnTo>
                  <a:pt x="9092930" y="3583333"/>
                </a:lnTo>
                <a:lnTo>
                  <a:pt x="0" y="35833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331533" l="-527354" r="-407627" t="-209963"/>
            </a:stretch>
          </a:blipFill>
          <a:ln>
            <a:noFill/>
          </a:ln>
        </p:spPr>
      </p:sp>
      <p:cxnSp>
        <p:nvCxnSpPr>
          <p:cNvPr id="1042" name="Google Shape;1042;p45"/>
          <p:cNvCxnSpPr/>
          <p:nvPr/>
        </p:nvCxnSpPr>
        <p:spPr>
          <a:xfrm flipH="1" rot="10800000">
            <a:off x="8907499" y="3212484"/>
            <a:ext cx="717713" cy="1135088"/>
          </a:xfrm>
          <a:prstGeom prst="straightConnector1">
            <a:avLst/>
          </a:prstGeom>
          <a:noFill/>
          <a:ln cap="flat" cmpd="sng" w="38100">
            <a:solidFill>
              <a:srgbClr val="D1383D"/>
            </a:solidFill>
            <a:prstDash val="solid"/>
            <a:round/>
            <a:headEnd len="med" w="med" type="stealth"/>
            <a:tailEnd len="sm" w="sm" type="none"/>
          </a:ln>
        </p:spPr>
      </p:cxnSp>
      <p:grpSp>
        <p:nvGrpSpPr>
          <p:cNvPr id="1043" name="Google Shape;1043;p45"/>
          <p:cNvGrpSpPr/>
          <p:nvPr/>
        </p:nvGrpSpPr>
        <p:grpSpPr>
          <a:xfrm>
            <a:off x="10517287" y="4241031"/>
            <a:ext cx="5002835" cy="2099363"/>
            <a:chOff x="0" y="-104775"/>
            <a:chExt cx="1317619" cy="552919"/>
          </a:xfrm>
        </p:grpSpPr>
        <p:sp>
          <p:nvSpPr>
            <p:cNvPr id="1044" name="Google Shape;1044;p45"/>
            <p:cNvSpPr/>
            <p:nvPr/>
          </p:nvSpPr>
          <p:spPr>
            <a:xfrm>
              <a:off x="0" y="0"/>
              <a:ext cx="1317619" cy="448144"/>
            </a:xfrm>
            <a:custGeom>
              <a:rect b="b" l="l" r="r" t="t"/>
              <a:pathLst>
                <a:path extrusionOk="0" h="448144" w="1317619">
                  <a:moveTo>
                    <a:pt x="26308" y="0"/>
                  </a:moveTo>
                  <a:lnTo>
                    <a:pt x="1291312" y="0"/>
                  </a:lnTo>
                  <a:cubicBezTo>
                    <a:pt x="1298289" y="0"/>
                    <a:pt x="1304980" y="2772"/>
                    <a:pt x="1309914" y="7705"/>
                  </a:cubicBezTo>
                  <a:cubicBezTo>
                    <a:pt x="1314848" y="12639"/>
                    <a:pt x="1317619" y="19330"/>
                    <a:pt x="1317619" y="26308"/>
                  </a:cubicBezTo>
                  <a:lnTo>
                    <a:pt x="1317619" y="421836"/>
                  </a:lnTo>
                  <a:cubicBezTo>
                    <a:pt x="1317619" y="436365"/>
                    <a:pt x="1305841" y="448144"/>
                    <a:pt x="1291312" y="448144"/>
                  </a:cubicBezTo>
                  <a:lnTo>
                    <a:pt x="26308" y="448144"/>
                  </a:lnTo>
                  <a:cubicBezTo>
                    <a:pt x="11778" y="448144"/>
                    <a:pt x="0" y="436365"/>
                    <a:pt x="0" y="421836"/>
                  </a:cubicBezTo>
                  <a:lnTo>
                    <a:pt x="0" y="26308"/>
                  </a:lnTo>
                  <a:cubicBezTo>
                    <a:pt x="0" y="11778"/>
                    <a:pt x="11778" y="0"/>
                    <a:pt x="26308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55A6D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45"/>
            <p:cNvSpPr txBox="1"/>
            <p:nvPr/>
          </p:nvSpPr>
          <p:spPr>
            <a:xfrm>
              <a:off x="0" y="-104775"/>
              <a:ext cx="1317619" cy="5529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899" u="none" cap="none" strike="noStrike">
                  <a:solidFill>
                    <a:srgbClr val="000000"/>
                  </a:solidFill>
                  <a:latin typeface="Fraunces"/>
                  <a:ea typeface="Fraunces"/>
                  <a:cs typeface="Fraunces"/>
                  <a:sym typeface="Fraunces"/>
                </a:rPr>
                <a:t>Xoá dấu vết </a:t>
              </a:r>
              <a:endParaRPr/>
            </a:p>
          </p:txBody>
        </p:sp>
      </p:grpSp>
    </p:spTree>
  </p:cSld>
  <p:clrMapOvr>
    <a:masterClrMapping/>
  </p:clrMapOvr>
  <p:transition spd="slow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4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51" name="Google Shape;1051;p46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1052" name="Google Shape;1052;p46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53" name="Google Shape;1053;p46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4" name="Google Shape;1054;p46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5" name="Google Shape;1055;p46"/>
          <p:cNvSpPr/>
          <p:nvPr/>
        </p:nvSpPr>
        <p:spPr>
          <a:xfrm>
            <a:off x="2314579" y="1468099"/>
            <a:ext cx="13658842" cy="8536776"/>
          </a:xfrm>
          <a:custGeom>
            <a:rect b="b" l="l" r="r" t="t"/>
            <a:pathLst>
              <a:path extrusionOk="0" h="8536776" w="13658842">
                <a:moveTo>
                  <a:pt x="0" y="0"/>
                </a:moveTo>
                <a:lnTo>
                  <a:pt x="13658842" y="0"/>
                </a:lnTo>
                <a:lnTo>
                  <a:pt x="13658842" y="8536776"/>
                </a:lnTo>
                <a:lnTo>
                  <a:pt x="0" y="85367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56" name="Google Shape;1056;p46"/>
          <p:cNvGrpSpPr/>
          <p:nvPr/>
        </p:nvGrpSpPr>
        <p:grpSpPr>
          <a:xfrm>
            <a:off x="5125794" y="9146049"/>
            <a:ext cx="8065822" cy="917792"/>
            <a:chOff x="0" y="-38100"/>
            <a:chExt cx="1768928" cy="201282"/>
          </a:xfrm>
        </p:grpSpPr>
        <p:sp>
          <p:nvSpPr>
            <p:cNvPr id="1057" name="Google Shape;1057;p46"/>
            <p:cNvSpPr/>
            <p:nvPr/>
          </p:nvSpPr>
          <p:spPr>
            <a:xfrm>
              <a:off x="0" y="0"/>
              <a:ext cx="1768927" cy="163182"/>
            </a:xfrm>
            <a:custGeom>
              <a:rect b="b" l="l" r="r" t="t"/>
              <a:pathLst>
                <a:path extrusionOk="0" h="163182" w="1768927">
                  <a:moveTo>
                    <a:pt x="0" y="0"/>
                  </a:moveTo>
                  <a:lnTo>
                    <a:pt x="1768927" y="0"/>
                  </a:lnTo>
                  <a:lnTo>
                    <a:pt x="1768927" y="163182"/>
                  </a:lnTo>
                  <a:lnTo>
                    <a:pt x="0" y="16318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57150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058" name="Google Shape;1058;p46"/>
            <p:cNvSpPr txBox="1"/>
            <p:nvPr/>
          </p:nvSpPr>
          <p:spPr>
            <a:xfrm>
              <a:off x="0" y="-38100"/>
              <a:ext cx="1768928" cy="2012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1000" lIns="61000" spcFirstLastPara="1" rIns="61000" wrap="square" tIns="61000">
              <a:noAutofit/>
            </a:bodyPr>
            <a:lstStyle/>
            <a:p>
              <a:pPr indent="0" lvl="0" marL="0" marR="0" rtl="0" algn="ctr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9" name="Google Shape;1059;p46"/>
          <p:cNvSpPr/>
          <p:nvPr/>
        </p:nvSpPr>
        <p:spPr>
          <a:xfrm>
            <a:off x="1028700" y="7214781"/>
            <a:ext cx="16437673" cy="1002297"/>
          </a:xfrm>
          <a:custGeom>
            <a:rect b="b" l="l" r="r" t="t"/>
            <a:pathLst>
              <a:path extrusionOk="0" h="1002297" w="16437673">
                <a:moveTo>
                  <a:pt x="0" y="0"/>
                </a:moveTo>
                <a:lnTo>
                  <a:pt x="16437673" y="0"/>
                </a:lnTo>
                <a:lnTo>
                  <a:pt x="16437673" y="1002297"/>
                </a:lnTo>
                <a:lnTo>
                  <a:pt x="0" y="10022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3353" l="-35005" r="-35410" t="-1623372"/>
            </a:stretch>
          </a:blipFill>
          <a:ln>
            <a:noFill/>
          </a:ln>
        </p:spPr>
      </p:sp>
      <p:cxnSp>
        <p:nvCxnSpPr>
          <p:cNvPr id="1060" name="Google Shape;1060;p46"/>
          <p:cNvCxnSpPr/>
          <p:nvPr/>
        </p:nvCxnSpPr>
        <p:spPr>
          <a:xfrm flipH="1">
            <a:off x="8999879" y="8222009"/>
            <a:ext cx="341281" cy="1097766"/>
          </a:xfrm>
          <a:prstGeom prst="straightConnector1">
            <a:avLst/>
          </a:prstGeom>
          <a:noFill/>
          <a:ln cap="flat" cmpd="sng" w="38100">
            <a:solidFill>
              <a:srgbClr val="D1383D"/>
            </a:solidFill>
            <a:prstDash val="solid"/>
            <a:round/>
            <a:headEnd len="med" w="med" type="stealth"/>
            <a:tailEnd len="sm" w="sm" type="none"/>
          </a:ln>
        </p:spPr>
      </p:cxnSp>
      <p:grpSp>
        <p:nvGrpSpPr>
          <p:cNvPr id="1061" name="Google Shape;1061;p46"/>
          <p:cNvGrpSpPr/>
          <p:nvPr/>
        </p:nvGrpSpPr>
        <p:grpSpPr>
          <a:xfrm>
            <a:off x="7234416" y="4567144"/>
            <a:ext cx="3819168" cy="1940868"/>
            <a:chOff x="0" y="-104775"/>
            <a:chExt cx="1005871" cy="511175"/>
          </a:xfrm>
        </p:grpSpPr>
        <p:sp>
          <p:nvSpPr>
            <p:cNvPr id="1062" name="Google Shape;1062;p46"/>
            <p:cNvSpPr/>
            <p:nvPr/>
          </p:nvSpPr>
          <p:spPr>
            <a:xfrm>
              <a:off x="0" y="0"/>
              <a:ext cx="1005871" cy="406400"/>
            </a:xfrm>
            <a:custGeom>
              <a:rect b="b" l="l" r="r" t="t"/>
              <a:pathLst>
                <a:path extrusionOk="0" h="406400" w="1005871">
                  <a:moveTo>
                    <a:pt x="34461" y="0"/>
                  </a:moveTo>
                  <a:lnTo>
                    <a:pt x="971410" y="0"/>
                  </a:lnTo>
                  <a:cubicBezTo>
                    <a:pt x="990443" y="0"/>
                    <a:pt x="1005871" y="15429"/>
                    <a:pt x="1005871" y="34461"/>
                  </a:cubicBezTo>
                  <a:lnTo>
                    <a:pt x="1005871" y="371939"/>
                  </a:lnTo>
                  <a:cubicBezTo>
                    <a:pt x="1005871" y="390971"/>
                    <a:pt x="990443" y="406400"/>
                    <a:pt x="971410" y="406400"/>
                  </a:cubicBezTo>
                  <a:lnTo>
                    <a:pt x="34461" y="406400"/>
                  </a:lnTo>
                  <a:cubicBezTo>
                    <a:pt x="15429" y="406400"/>
                    <a:pt x="0" y="390971"/>
                    <a:pt x="0" y="371939"/>
                  </a:cubicBezTo>
                  <a:lnTo>
                    <a:pt x="0" y="34461"/>
                  </a:lnTo>
                  <a:cubicBezTo>
                    <a:pt x="0" y="15429"/>
                    <a:pt x="15429" y="0"/>
                    <a:pt x="34461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55A6D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46"/>
            <p:cNvSpPr txBox="1"/>
            <p:nvPr/>
          </p:nvSpPr>
          <p:spPr>
            <a:xfrm>
              <a:off x="0" y="-104775"/>
              <a:ext cx="1005871" cy="511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899" u="none" cap="none" strike="noStrike">
                  <a:solidFill>
                    <a:srgbClr val="000000"/>
                  </a:solidFill>
                  <a:latin typeface="Fraunces"/>
                  <a:ea typeface="Fraunces"/>
                  <a:cs typeface="Fraunces"/>
                  <a:sym typeface="Fraunces"/>
                </a:rPr>
                <a:t>Chú thích</a:t>
              </a:r>
              <a:endParaRPr/>
            </a:p>
          </p:txBody>
        </p:sp>
      </p:grpSp>
    </p:spTree>
  </p:cSld>
  <p:clrMapOvr>
    <a:masterClrMapping/>
  </p:clrMapOvr>
  <p:transition spd="slow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4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9" name="Google Shape;1069;p47"/>
          <p:cNvSpPr/>
          <p:nvPr/>
        </p:nvSpPr>
        <p:spPr>
          <a:xfrm>
            <a:off x="2314579" y="1468099"/>
            <a:ext cx="13658842" cy="8536776"/>
          </a:xfrm>
          <a:custGeom>
            <a:rect b="b" l="l" r="r" t="t"/>
            <a:pathLst>
              <a:path extrusionOk="0" h="8536776" w="13658842">
                <a:moveTo>
                  <a:pt x="0" y="0"/>
                </a:moveTo>
                <a:lnTo>
                  <a:pt x="13658842" y="0"/>
                </a:lnTo>
                <a:lnTo>
                  <a:pt x="13658842" y="8536776"/>
                </a:lnTo>
                <a:lnTo>
                  <a:pt x="0" y="85367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70" name="Google Shape;1070;p47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1071" name="Google Shape;1071;p47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72" name="Google Shape;1072;p47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3" name="Google Shape;1073;p47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74" name="Google Shape;1074;p47"/>
          <p:cNvGrpSpPr/>
          <p:nvPr/>
        </p:nvGrpSpPr>
        <p:grpSpPr>
          <a:xfrm>
            <a:off x="4515300" y="2283194"/>
            <a:ext cx="2387869" cy="949808"/>
            <a:chOff x="0" y="-38100"/>
            <a:chExt cx="523687" cy="208304"/>
          </a:xfrm>
        </p:grpSpPr>
        <p:sp>
          <p:nvSpPr>
            <p:cNvPr id="1075" name="Google Shape;1075;p47"/>
            <p:cNvSpPr/>
            <p:nvPr/>
          </p:nvSpPr>
          <p:spPr>
            <a:xfrm>
              <a:off x="0" y="0"/>
              <a:ext cx="523687" cy="170204"/>
            </a:xfrm>
            <a:custGeom>
              <a:rect b="b" l="l" r="r" t="t"/>
              <a:pathLst>
                <a:path extrusionOk="0" h="170204" w="523687">
                  <a:moveTo>
                    <a:pt x="0" y="0"/>
                  </a:moveTo>
                  <a:lnTo>
                    <a:pt x="523687" y="0"/>
                  </a:lnTo>
                  <a:lnTo>
                    <a:pt x="523687" y="170204"/>
                  </a:lnTo>
                  <a:lnTo>
                    <a:pt x="0" y="17020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57150">
              <a:solidFill>
                <a:srgbClr val="FF3131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076" name="Google Shape;1076;p47"/>
            <p:cNvSpPr txBox="1"/>
            <p:nvPr/>
          </p:nvSpPr>
          <p:spPr>
            <a:xfrm>
              <a:off x="0" y="-38100"/>
              <a:ext cx="523687" cy="208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1000" lIns="61000" spcFirstLastPara="1" rIns="61000" wrap="square" tIns="61000">
              <a:noAutofit/>
            </a:bodyPr>
            <a:lstStyle/>
            <a:p>
              <a:pPr indent="0" lvl="0" marL="0" marR="0" rtl="0" algn="ctr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7" name="Google Shape;1077;p47"/>
          <p:cNvGrpSpPr/>
          <p:nvPr/>
        </p:nvGrpSpPr>
        <p:grpSpPr>
          <a:xfrm rot="2467617">
            <a:off x="4264172" y="2928574"/>
            <a:ext cx="502255" cy="661093"/>
            <a:chOff x="0" y="0"/>
            <a:chExt cx="617512" cy="812800"/>
          </a:xfrm>
        </p:grpSpPr>
        <p:sp>
          <p:nvSpPr>
            <p:cNvPr id="1078" name="Google Shape;1078;p47"/>
            <p:cNvSpPr/>
            <p:nvPr/>
          </p:nvSpPr>
          <p:spPr>
            <a:xfrm>
              <a:off x="0" y="0"/>
              <a:ext cx="617512" cy="812800"/>
            </a:xfrm>
            <a:custGeom>
              <a:rect b="b" l="l" r="r" t="t"/>
              <a:pathLst>
                <a:path extrusionOk="0" h="812800" w="617512">
                  <a:moveTo>
                    <a:pt x="308756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414312" y="812800"/>
                  </a:lnTo>
                  <a:lnTo>
                    <a:pt x="414312" y="406400"/>
                  </a:lnTo>
                  <a:lnTo>
                    <a:pt x="617512" y="406400"/>
                  </a:lnTo>
                  <a:lnTo>
                    <a:pt x="30875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  <p:sp>
          <p:nvSpPr>
            <p:cNvPr id="1079" name="Google Shape;1079;p47"/>
            <p:cNvSpPr txBox="1"/>
            <p:nvPr/>
          </p:nvSpPr>
          <p:spPr>
            <a:xfrm>
              <a:off x="203200" y="63500"/>
              <a:ext cx="211112" cy="74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slow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4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5" name="Google Shape;1085;p48"/>
          <p:cNvSpPr/>
          <p:nvPr/>
        </p:nvSpPr>
        <p:spPr>
          <a:xfrm>
            <a:off x="2314571" y="1468099"/>
            <a:ext cx="13658850" cy="8536305"/>
          </a:xfrm>
          <a:custGeom>
            <a:rect b="b" l="l" r="r" t="t"/>
            <a:pathLst>
              <a:path extrusionOk="0" h="8536305" w="13658850">
                <a:moveTo>
                  <a:pt x="0" y="0"/>
                </a:moveTo>
                <a:lnTo>
                  <a:pt x="13658850" y="0"/>
                </a:lnTo>
                <a:lnTo>
                  <a:pt x="13658850" y="8536305"/>
                </a:lnTo>
                <a:lnTo>
                  <a:pt x="0" y="85363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" l="0" r="0" t="0"/>
            </a:stretch>
          </a:blipFill>
          <a:ln>
            <a:noFill/>
          </a:ln>
        </p:spPr>
      </p:sp>
      <p:grpSp>
        <p:nvGrpSpPr>
          <p:cNvPr id="1086" name="Google Shape;1086;p48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1087" name="Google Shape;1087;p48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88" name="Google Shape;1088;p48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9" name="Google Shape;1089;p48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0" name="Google Shape;1090;p48"/>
          <p:cNvSpPr/>
          <p:nvPr/>
        </p:nvSpPr>
        <p:spPr>
          <a:xfrm>
            <a:off x="6720453" y="2307720"/>
            <a:ext cx="4460129" cy="4331648"/>
          </a:xfrm>
          <a:custGeom>
            <a:rect b="b" l="l" r="r" t="t"/>
            <a:pathLst>
              <a:path extrusionOk="0" h="4331648" w="4460129">
                <a:moveTo>
                  <a:pt x="0" y="0"/>
                </a:moveTo>
                <a:lnTo>
                  <a:pt x="4460129" y="0"/>
                </a:lnTo>
                <a:lnTo>
                  <a:pt x="4460129" y="4331648"/>
                </a:lnTo>
                <a:lnTo>
                  <a:pt x="0" y="43316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 cap="sq" cmpd="sng" w="381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1091" name="Google Shape;1091;p48"/>
          <p:cNvGrpSpPr/>
          <p:nvPr/>
        </p:nvGrpSpPr>
        <p:grpSpPr>
          <a:xfrm>
            <a:off x="5969577" y="6563457"/>
            <a:ext cx="5961881" cy="1954703"/>
            <a:chOff x="0" y="-66675"/>
            <a:chExt cx="1570207" cy="514819"/>
          </a:xfrm>
        </p:grpSpPr>
        <p:sp>
          <p:nvSpPr>
            <p:cNvPr id="1092" name="Google Shape;1092;p48"/>
            <p:cNvSpPr/>
            <p:nvPr/>
          </p:nvSpPr>
          <p:spPr>
            <a:xfrm>
              <a:off x="0" y="0"/>
              <a:ext cx="1570207" cy="448144"/>
            </a:xfrm>
            <a:custGeom>
              <a:rect b="b" l="l" r="r" t="t"/>
              <a:pathLst>
                <a:path extrusionOk="0" h="448144" w="1570207">
                  <a:moveTo>
                    <a:pt x="22076" y="0"/>
                  </a:moveTo>
                  <a:lnTo>
                    <a:pt x="1548132" y="0"/>
                  </a:lnTo>
                  <a:cubicBezTo>
                    <a:pt x="1553987" y="0"/>
                    <a:pt x="1559602" y="2326"/>
                    <a:pt x="1563742" y="6466"/>
                  </a:cubicBezTo>
                  <a:cubicBezTo>
                    <a:pt x="1567882" y="10606"/>
                    <a:pt x="1570207" y="16221"/>
                    <a:pt x="1570207" y="22076"/>
                  </a:cubicBezTo>
                  <a:lnTo>
                    <a:pt x="1570207" y="426068"/>
                  </a:lnTo>
                  <a:cubicBezTo>
                    <a:pt x="1570207" y="438260"/>
                    <a:pt x="1560324" y="448144"/>
                    <a:pt x="1548132" y="448144"/>
                  </a:cubicBezTo>
                  <a:lnTo>
                    <a:pt x="22076" y="448144"/>
                  </a:lnTo>
                  <a:cubicBezTo>
                    <a:pt x="9884" y="448144"/>
                    <a:pt x="0" y="438260"/>
                    <a:pt x="0" y="426068"/>
                  </a:cubicBezTo>
                  <a:lnTo>
                    <a:pt x="0" y="22076"/>
                  </a:lnTo>
                  <a:cubicBezTo>
                    <a:pt x="0" y="9884"/>
                    <a:pt x="9884" y="0"/>
                    <a:pt x="22076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55A6D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48"/>
            <p:cNvSpPr txBox="1"/>
            <p:nvPr/>
          </p:nvSpPr>
          <p:spPr>
            <a:xfrm>
              <a:off x="0" y="-66675"/>
              <a:ext cx="1570207" cy="5148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999" u="none" cap="none" strike="noStrike">
                  <a:solidFill>
                    <a:srgbClr val="000000"/>
                  </a:solidFill>
                  <a:latin typeface="Fraunces"/>
                  <a:ea typeface="Fraunces"/>
                  <a:cs typeface="Fraunces"/>
                  <a:sym typeface="Fraunces"/>
                </a:rPr>
                <a:t>Thông báo hiện sau khi hoàn tất giải mê cung</a:t>
              </a:r>
              <a:endParaRPr/>
            </a:p>
          </p:txBody>
        </p:sp>
      </p:grpSp>
    </p:spTree>
  </p:cSld>
  <p:clrMapOvr>
    <a:masterClrMapping/>
  </p:clrMapOvr>
  <p:transition spd="slow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4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99" name="Google Shape;1099;p49"/>
          <p:cNvGrpSpPr/>
          <p:nvPr/>
        </p:nvGrpSpPr>
        <p:grpSpPr>
          <a:xfrm>
            <a:off x="354545" y="88635"/>
            <a:ext cx="8016709" cy="940065"/>
            <a:chOff x="0" y="-38100"/>
            <a:chExt cx="2111397" cy="247589"/>
          </a:xfrm>
        </p:grpSpPr>
        <p:sp>
          <p:nvSpPr>
            <p:cNvPr id="1100" name="Google Shape;1100;p49"/>
            <p:cNvSpPr/>
            <p:nvPr/>
          </p:nvSpPr>
          <p:spPr>
            <a:xfrm>
              <a:off x="0" y="0"/>
              <a:ext cx="2111397" cy="209489"/>
            </a:xfrm>
            <a:custGeom>
              <a:rect b="b" l="l" r="r" t="t"/>
              <a:pathLst>
                <a:path extrusionOk="0" h="209489" w="2111397">
                  <a:moveTo>
                    <a:pt x="0" y="0"/>
                  </a:moveTo>
                  <a:lnTo>
                    <a:pt x="2111397" y="0"/>
                  </a:lnTo>
                  <a:lnTo>
                    <a:pt x="2111397" y="209489"/>
                  </a:lnTo>
                  <a:lnTo>
                    <a:pt x="0" y="2094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01" name="Google Shape;1101;p49"/>
            <p:cNvSpPr txBox="1"/>
            <p:nvPr/>
          </p:nvSpPr>
          <p:spPr>
            <a:xfrm>
              <a:off x="0" y="-38100"/>
              <a:ext cx="2111397" cy="247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2" name="Google Shape;1102;p49"/>
          <p:cNvSpPr/>
          <p:nvPr/>
        </p:nvSpPr>
        <p:spPr>
          <a:xfrm>
            <a:off x="532281" y="150369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3" name="Google Shape;1103;p49"/>
          <p:cNvSpPr/>
          <p:nvPr/>
        </p:nvSpPr>
        <p:spPr>
          <a:xfrm>
            <a:off x="2146300" y="2528993"/>
            <a:ext cx="5409271" cy="3106676"/>
          </a:xfrm>
          <a:custGeom>
            <a:rect b="b" l="l" r="r" t="t"/>
            <a:pathLst>
              <a:path extrusionOk="0" h="3106676" w="5409271">
                <a:moveTo>
                  <a:pt x="0" y="0"/>
                </a:moveTo>
                <a:lnTo>
                  <a:pt x="5409271" y="0"/>
                </a:lnTo>
                <a:lnTo>
                  <a:pt x="5409271" y="3106675"/>
                </a:lnTo>
                <a:lnTo>
                  <a:pt x="0" y="31066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8177" l="-7213" r="-9643" t="-63160"/>
            </a:stretch>
          </a:blipFill>
          <a:ln>
            <a:noFill/>
          </a:ln>
        </p:spPr>
      </p:sp>
      <p:sp>
        <p:nvSpPr>
          <p:cNvPr id="1104" name="Google Shape;1104;p49"/>
          <p:cNvSpPr/>
          <p:nvPr/>
        </p:nvSpPr>
        <p:spPr>
          <a:xfrm>
            <a:off x="11873622" y="6379063"/>
            <a:ext cx="5385678" cy="3513156"/>
          </a:xfrm>
          <a:custGeom>
            <a:rect b="b" l="l" r="r" t="t"/>
            <a:pathLst>
              <a:path extrusionOk="0" h="3513156" w="5385678">
                <a:moveTo>
                  <a:pt x="0" y="0"/>
                </a:moveTo>
                <a:lnTo>
                  <a:pt x="5385678" y="0"/>
                </a:lnTo>
                <a:lnTo>
                  <a:pt x="5385678" y="3513156"/>
                </a:lnTo>
                <a:lnTo>
                  <a:pt x="0" y="35131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9788" l="-6170" r="-7699" t="-52889"/>
            </a:stretch>
          </a:blipFill>
          <a:ln>
            <a:noFill/>
          </a:ln>
        </p:spPr>
      </p:sp>
      <p:sp>
        <p:nvSpPr>
          <p:cNvPr id="1105" name="Google Shape;1105;p49"/>
          <p:cNvSpPr/>
          <p:nvPr/>
        </p:nvSpPr>
        <p:spPr>
          <a:xfrm>
            <a:off x="11149461" y="2498883"/>
            <a:ext cx="6109839" cy="2644617"/>
          </a:xfrm>
          <a:custGeom>
            <a:rect b="b" l="l" r="r" t="t"/>
            <a:pathLst>
              <a:path extrusionOk="0" h="2644617" w="6109839">
                <a:moveTo>
                  <a:pt x="0" y="0"/>
                </a:moveTo>
                <a:lnTo>
                  <a:pt x="6109839" y="0"/>
                </a:lnTo>
                <a:lnTo>
                  <a:pt x="6109839" y="2644617"/>
                </a:lnTo>
                <a:lnTo>
                  <a:pt x="0" y="26446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9518" l="-8928" r="-11674" t="-88278"/>
            </a:stretch>
          </a:blipFill>
          <a:ln>
            <a:noFill/>
          </a:ln>
        </p:spPr>
      </p:sp>
      <p:sp>
        <p:nvSpPr>
          <p:cNvPr id="1106" name="Google Shape;1106;p49"/>
          <p:cNvSpPr/>
          <p:nvPr/>
        </p:nvSpPr>
        <p:spPr>
          <a:xfrm>
            <a:off x="1420014" y="6665839"/>
            <a:ext cx="4671503" cy="3675562"/>
          </a:xfrm>
          <a:custGeom>
            <a:rect b="b" l="l" r="r" t="t"/>
            <a:pathLst>
              <a:path extrusionOk="0" h="3675562" w="4671503">
                <a:moveTo>
                  <a:pt x="0" y="0"/>
                </a:moveTo>
                <a:lnTo>
                  <a:pt x="4671503" y="0"/>
                </a:lnTo>
                <a:lnTo>
                  <a:pt x="4671503" y="3675562"/>
                </a:lnTo>
                <a:lnTo>
                  <a:pt x="0" y="36755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4535" l="-1339" r="-5059" t="-44011"/>
            </a:stretch>
          </a:blipFill>
          <a:ln>
            <a:noFill/>
          </a:ln>
        </p:spPr>
      </p:sp>
      <p:grpSp>
        <p:nvGrpSpPr>
          <p:cNvPr id="1107" name="Google Shape;1107;p49"/>
          <p:cNvGrpSpPr/>
          <p:nvPr/>
        </p:nvGrpSpPr>
        <p:grpSpPr>
          <a:xfrm>
            <a:off x="1028700" y="1414384"/>
            <a:ext cx="5724273" cy="1439920"/>
            <a:chOff x="0" y="-47625"/>
            <a:chExt cx="1507627" cy="379238"/>
          </a:xfrm>
        </p:grpSpPr>
        <p:sp>
          <p:nvSpPr>
            <p:cNvPr id="1108" name="Google Shape;1108;p49"/>
            <p:cNvSpPr/>
            <p:nvPr/>
          </p:nvSpPr>
          <p:spPr>
            <a:xfrm>
              <a:off x="0" y="0"/>
              <a:ext cx="1507627" cy="331613"/>
            </a:xfrm>
            <a:custGeom>
              <a:rect b="b" l="l" r="r" t="t"/>
              <a:pathLst>
                <a:path extrusionOk="0" h="331613" w="1507627">
                  <a:moveTo>
                    <a:pt x="22992" y="0"/>
                  </a:moveTo>
                  <a:lnTo>
                    <a:pt x="1484635" y="0"/>
                  </a:lnTo>
                  <a:cubicBezTo>
                    <a:pt x="1490733" y="0"/>
                    <a:pt x="1496581" y="2422"/>
                    <a:pt x="1500893" y="6734"/>
                  </a:cubicBezTo>
                  <a:cubicBezTo>
                    <a:pt x="1505205" y="11046"/>
                    <a:pt x="1507627" y="16894"/>
                    <a:pt x="1507627" y="22992"/>
                  </a:cubicBezTo>
                  <a:lnTo>
                    <a:pt x="1507627" y="308621"/>
                  </a:lnTo>
                  <a:cubicBezTo>
                    <a:pt x="1507627" y="314719"/>
                    <a:pt x="1505205" y="320567"/>
                    <a:pt x="1500893" y="324879"/>
                  </a:cubicBezTo>
                  <a:cubicBezTo>
                    <a:pt x="1496581" y="329191"/>
                    <a:pt x="1490733" y="331613"/>
                    <a:pt x="1484635" y="331613"/>
                  </a:cubicBezTo>
                  <a:lnTo>
                    <a:pt x="22992" y="331613"/>
                  </a:lnTo>
                  <a:cubicBezTo>
                    <a:pt x="16894" y="331613"/>
                    <a:pt x="11046" y="329191"/>
                    <a:pt x="6734" y="324879"/>
                  </a:cubicBezTo>
                  <a:cubicBezTo>
                    <a:pt x="2422" y="320567"/>
                    <a:pt x="0" y="314719"/>
                    <a:pt x="0" y="308621"/>
                  </a:cubicBezTo>
                  <a:lnTo>
                    <a:pt x="0" y="22992"/>
                  </a:lnTo>
                  <a:cubicBezTo>
                    <a:pt x="0" y="16894"/>
                    <a:pt x="2422" y="11046"/>
                    <a:pt x="6734" y="6734"/>
                  </a:cubicBezTo>
                  <a:cubicBezTo>
                    <a:pt x="11046" y="2422"/>
                    <a:pt x="16894" y="0"/>
                    <a:pt x="22992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55A6D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49"/>
            <p:cNvSpPr txBox="1"/>
            <p:nvPr/>
          </p:nvSpPr>
          <p:spPr>
            <a:xfrm>
              <a:off x="0" y="-47625"/>
              <a:ext cx="1507627" cy="3792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Fraunces"/>
                  <a:ea typeface="Fraunces"/>
                  <a:cs typeface="Fraunces"/>
                  <a:sym typeface="Fraunces"/>
                </a:rPr>
                <a:t>Hiển thị thông báo khi mê cung</a:t>
              </a:r>
              <a:endParaRPr/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Fraunces"/>
                  <a:ea typeface="Fraunces"/>
                  <a:cs typeface="Fraunces"/>
                  <a:sym typeface="Fraunces"/>
                </a:rPr>
                <a:t> không có lối thoát.</a:t>
              </a:r>
              <a:endParaRPr/>
            </a:p>
          </p:txBody>
        </p:sp>
      </p:grpSp>
      <p:grpSp>
        <p:nvGrpSpPr>
          <p:cNvPr id="1110" name="Google Shape;1110;p49"/>
          <p:cNvGrpSpPr/>
          <p:nvPr/>
        </p:nvGrpSpPr>
        <p:grpSpPr>
          <a:xfrm>
            <a:off x="9422314" y="1340642"/>
            <a:ext cx="3454295" cy="1513662"/>
            <a:chOff x="0" y="-47625"/>
            <a:chExt cx="909773" cy="398660"/>
          </a:xfrm>
        </p:grpSpPr>
        <p:sp>
          <p:nvSpPr>
            <p:cNvPr id="1111" name="Google Shape;1111;p49"/>
            <p:cNvSpPr/>
            <p:nvPr/>
          </p:nvSpPr>
          <p:spPr>
            <a:xfrm>
              <a:off x="0" y="0"/>
              <a:ext cx="909773" cy="351035"/>
            </a:xfrm>
            <a:custGeom>
              <a:rect b="b" l="l" r="r" t="t"/>
              <a:pathLst>
                <a:path extrusionOk="0" h="351035" w="909773">
                  <a:moveTo>
                    <a:pt x="38101" y="0"/>
                  </a:moveTo>
                  <a:lnTo>
                    <a:pt x="871672" y="0"/>
                  </a:lnTo>
                  <a:cubicBezTo>
                    <a:pt x="892715" y="0"/>
                    <a:pt x="909773" y="17058"/>
                    <a:pt x="909773" y="38101"/>
                  </a:cubicBezTo>
                  <a:lnTo>
                    <a:pt x="909773" y="312934"/>
                  </a:lnTo>
                  <a:cubicBezTo>
                    <a:pt x="909773" y="333977"/>
                    <a:pt x="892715" y="351035"/>
                    <a:pt x="871672" y="351035"/>
                  </a:cubicBezTo>
                  <a:lnTo>
                    <a:pt x="38101" y="351035"/>
                  </a:lnTo>
                  <a:cubicBezTo>
                    <a:pt x="17058" y="351035"/>
                    <a:pt x="0" y="333977"/>
                    <a:pt x="0" y="312934"/>
                  </a:cubicBezTo>
                  <a:lnTo>
                    <a:pt x="0" y="38101"/>
                  </a:lnTo>
                  <a:cubicBezTo>
                    <a:pt x="0" y="17058"/>
                    <a:pt x="17058" y="0"/>
                    <a:pt x="38101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55A6D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49"/>
            <p:cNvSpPr txBox="1"/>
            <p:nvPr/>
          </p:nvSpPr>
          <p:spPr>
            <a:xfrm>
              <a:off x="0" y="-47625"/>
              <a:ext cx="909773" cy="398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Fraunces"/>
                  <a:ea typeface="Fraunces"/>
                  <a:cs typeface="Fraunces"/>
                  <a:sym typeface="Fraunces"/>
                </a:rPr>
                <a:t>Hiện hộp thoại khi</a:t>
              </a:r>
              <a:endParaRPr/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00" u="none" cap="none" strike="noStrike">
                  <a:solidFill>
                    <a:srgbClr val="000000"/>
                  </a:solidFill>
                  <a:latin typeface="Fraunces"/>
                  <a:ea typeface="Fraunces"/>
                  <a:cs typeface="Fraunces"/>
                  <a:sym typeface="Fraunces"/>
                </a:rPr>
                <a:t> ấn Exit.</a:t>
              </a:r>
              <a:endParaRPr/>
            </a:p>
          </p:txBody>
        </p:sp>
      </p:grpSp>
      <p:grpSp>
        <p:nvGrpSpPr>
          <p:cNvPr id="1113" name="Google Shape;1113;p49"/>
          <p:cNvGrpSpPr/>
          <p:nvPr/>
        </p:nvGrpSpPr>
        <p:grpSpPr>
          <a:xfrm>
            <a:off x="5812074" y="7397969"/>
            <a:ext cx="3610239" cy="1330683"/>
            <a:chOff x="0" y="-38100"/>
            <a:chExt cx="950845" cy="350468"/>
          </a:xfrm>
        </p:grpSpPr>
        <p:sp>
          <p:nvSpPr>
            <p:cNvPr id="1114" name="Google Shape;1114;p49"/>
            <p:cNvSpPr/>
            <p:nvPr/>
          </p:nvSpPr>
          <p:spPr>
            <a:xfrm>
              <a:off x="0" y="0"/>
              <a:ext cx="950845" cy="312368"/>
            </a:xfrm>
            <a:custGeom>
              <a:rect b="b" l="l" r="r" t="t"/>
              <a:pathLst>
                <a:path extrusionOk="0" h="312368" w="950845">
                  <a:moveTo>
                    <a:pt x="36455" y="0"/>
                  </a:moveTo>
                  <a:lnTo>
                    <a:pt x="914390" y="0"/>
                  </a:lnTo>
                  <a:cubicBezTo>
                    <a:pt x="934523" y="0"/>
                    <a:pt x="950845" y="16322"/>
                    <a:pt x="950845" y="36455"/>
                  </a:cubicBezTo>
                  <a:lnTo>
                    <a:pt x="950845" y="275913"/>
                  </a:lnTo>
                  <a:cubicBezTo>
                    <a:pt x="950845" y="285581"/>
                    <a:pt x="947004" y="294854"/>
                    <a:pt x="940167" y="301690"/>
                  </a:cubicBezTo>
                  <a:cubicBezTo>
                    <a:pt x="933331" y="308527"/>
                    <a:pt x="924058" y="312368"/>
                    <a:pt x="914390" y="312368"/>
                  </a:cubicBezTo>
                  <a:lnTo>
                    <a:pt x="36455" y="312368"/>
                  </a:lnTo>
                  <a:cubicBezTo>
                    <a:pt x="16322" y="312368"/>
                    <a:pt x="0" y="296046"/>
                    <a:pt x="0" y="275913"/>
                  </a:cubicBezTo>
                  <a:lnTo>
                    <a:pt x="0" y="36455"/>
                  </a:lnTo>
                  <a:cubicBezTo>
                    <a:pt x="0" y="16322"/>
                    <a:pt x="16322" y="0"/>
                    <a:pt x="36455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55A6D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49"/>
            <p:cNvSpPr txBox="1"/>
            <p:nvPr/>
          </p:nvSpPr>
          <p:spPr>
            <a:xfrm>
              <a:off x="0" y="-38100"/>
              <a:ext cx="950845" cy="3504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Fraunces"/>
                  <a:ea typeface="Fraunces"/>
                  <a:cs typeface="Fraunces"/>
                  <a:sym typeface="Fraunces"/>
                </a:rPr>
                <a:t>Không tìm thấy dữ liệu </a:t>
              </a:r>
              <a:endParaRPr/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Fraunces"/>
                  <a:ea typeface="Fraunces"/>
                  <a:cs typeface="Fraunces"/>
                  <a:sym typeface="Fraunces"/>
                </a:rPr>
                <a:t>mê cung phù hợp.</a:t>
              </a:r>
              <a:endParaRPr/>
            </a:p>
          </p:txBody>
        </p:sp>
      </p:grpSp>
      <p:grpSp>
        <p:nvGrpSpPr>
          <p:cNvPr id="1116" name="Google Shape;1116;p49"/>
          <p:cNvGrpSpPr/>
          <p:nvPr/>
        </p:nvGrpSpPr>
        <p:grpSpPr>
          <a:xfrm>
            <a:off x="9614954" y="5454842"/>
            <a:ext cx="4517336" cy="1338267"/>
            <a:chOff x="0" y="-47625"/>
            <a:chExt cx="1189751" cy="352465"/>
          </a:xfrm>
        </p:grpSpPr>
        <p:sp>
          <p:nvSpPr>
            <p:cNvPr id="1117" name="Google Shape;1117;p49"/>
            <p:cNvSpPr/>
            <p:nvPr/>
          </p:nvSpPr>
          <p:spPr>
            <a:xfrm>
              <a:off x="0" y="0"/>
              <a:ext cx="1189751" cy="304840"/>
            </a:xfrm>
            <a:custGeom>
              <a:rect b="b" l="l" r="r" t="t"/>
              <a:pathLst>
                <a:path extrusionOk="0" h="304840" w="1189751">
                  <a:moveTo>
                    <a:pt x="29135" y="0"/>
                  </a:moveTo>
                  <a:lnTo>
                    <a:pt x="1160616" y="0"/>
                  </a:lnTo>
                  <a:cubicBezTo>
                    <a:pt x="1176707" y="0"/>
                    <a:pt x="1189751" y="13044"/>
                    <a:pt x="1189751" y="29135"/>
                  </a:cubicBezTo>
                  <a:lnTo>
                    <a:pt x="1189751" y="275705"/>
                  </a:lnTo>
                  <a:cubicBezTo>
                    <a:pt x="1189751" y="291796"/>
                    <a:pt x="1176707" y="304840"/>
                    <a:pt x="1160616" y="304840"/>
                  </a:cubicBezTo>
                  <a:lnTo>
                    <a:pt x="29135" y="304840"/>
                  </a:lnTo>
                  <a:cubicBezTo>
                    <a:pt x="13044" y="304840"/>
                    <a:pt x="0" y="291796"/>
                    <a:pt x="0" y="275705"/>
                  </a:cubicBezTo>
                  <a:lnTo>
                    <a:pt x="0" y="29135"/>
                  </a:lnTo>
                  <a:cubicBezTo>
                    <a:pt x="0" y="13044"/>
                    <a:pt x="13044" y="0"/>
                    <a:pt x="29135" y="0"/>
                  </a:cubicBezTo>
                  <a:close/>
                </a:path>
              </a:pathLst>
            </a:custGeom>
            <a:solidFill>
              <a:srgbClr val="FFFFFF"/>
            </a:solidFill>
            <a:ln cap="sq" cmpd="sng" w="38100">
              <a:solidFill>
                <a:srgbClr val="55A6D6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49"/>
            <p:cNvSpPr txBox="1"/>
            <p:nvPr/>
          </p:nvSpPr>
          <p:spPr>
            <a:xfrm>
              <a:off x="0" y="-47625"/>
              <a:ext cx="1189751" cy="3524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0" u="none" cap="none" strike="noStrike">
                  <a:solidFill>
                    <a:srgbClr val="000000"/>
                  </a:solidFill>
                  <a:latin typeface="Fraunces"/>
                  <a:ea typeface="Fraunces"/>
                  <a:cs typeface="Fraunces"/>
                  <a:sym typeface="Fraunces"/>
                </a:rPr>
                <a:t>Thông báo: không tồn tại </a:t>
              </a:r>
              <a:endParaRPr/>
            </a:p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00" u="none" cap="none" strike="noStrike">
                  <a:solidFill>
                    <a:srgbClr val="000000"/>
                  </a:solidFill>
                  <a:latin typeface="Fraunces"/>
                  <a:ea typeface="Fraunces"/>
                  <a:cs typeface="Fraunces"/>
                  <a:sym typeface="Fraunces"/>
                </a:rPr>
                <a:t>đường đi đến lối ra.</a:t>
              </a:r>
              <a:endParaRPr/>
            </a:p>
          </p:txBody>
        </p:sp>
      </p:grpSp>
      <p:cxnSp>
        <p:nvCxnSpPr>
          <p:cNvPr id="1119" name="Google Shape;1119;p49"/>
          <p:cNvCxnSpPr/>
          <p:nvPr/>
        </p:nvCxnSpPr>
        <p:spPr>
          <a:xfrm>
            <a:off x="6236122" y="2515376"/>
            <a:ext cx="1007649" cy="582484"/>
          </a:xfrm>
          <a:prstGeom prst="straightConnector1">
            <a:avLst/>
          </a:prstGeom>
          <a:noFill/>
          <a:ln cap="flat" cmpd="sng" w="38100">
            <a:solidFill>
              <a:srgbClr val="D1383D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120" name="Google Shape;1120;p49"/>
          <p:cNvCxnSpPr/>
          <p:nvPr/>
        </p:nvCxnSpPr>
        <p:spPr>
          <a:xfrm>
            <a:off x="11167690" y="2725636"/>
            <a:ext cx="226030" cy="744449"/>
          </a:xfrm>
          <a:prstGeom prst="straightConnector1">
            <a:avLst/>
          </a:prstGeom>
          <a:noFill/>
          <a:ln cap="flat" cmpd="sng" w="38100">
            <a:solidFill>
              <a:srgbClr val="D1383D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121" name="Google Shape;1121;p49"/>
          <p:cNvCxnSpPr/>
          <p:nvPr/>
        </p:nvCxnSpPr>
        <p:spPr>
          <a:xfrm rot="10800000">
            <a:off x="5501684" y="7131925"/>
            <a:ext cx="589833" cy="821410"/>
          </a:xfrm>
          <a:prstGeom prst="straightConnector1">
            <a:avLst/>
          </a:prstGeom>
          <a:noFill/>
          <a:ln cap="flat" cmpd="sng" w="38100">
            <a:solidFill>
              <a:srgbClr val="D1383D"/>
            </a:solidFill>
            <a:prstDash val="solid"/>
            <a:round/>
            <a:headEnd len="med" w="med" type="stealth"/>
            <a:tailEnd len="sm" w="sm" type="none"/>
          </a:ln>
        </p:spPr>
      </p:cxnSp>
      <p:cxnSp>
        <p:nvCxnSpPr>
          <p:cNvPr id="1122" name="Google Shape;1122;p49"/>
          <p:cNvCxnSpPr/>
          <p:nvPr/>
        </p:nvCxnSpPr>
        <p:spPr>
          <a:xfrm>
            <a:off x="13907809" y="6230258"/>
            <a:ext cx="648113" cy="430399"/>
          </a:xfrm>
          <a:prstGeom prst="straightConnector1">
            <a:avLst/>
          </a:prstGeom>
          <a:noFill/>
          <a:ln cap="flat" cmpd="sng" w="38100">
            <a:solidFill>
              <a:srgbClr val="D1383D"/>
            </a:solidFill>
            <a:prstDash val="solid"/>
            <a:round/>
            <a:headEnd len="med" w="med" type="stealth"/>
            <a:tailEnd len="sm" w="sm" type="none"/>
          </a:ln>
        </p:spPr>
      </p:cxnSp>
    </p:spTree>
  </p:cSld>
  <p:clrMapOvr>
    <a:masterClrMapping/>
  </p:clrMapOvr>
  <p:transition spd="slow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5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8" name="Google Shape;1128;p50"/>
          <p:cNvSpPr txBox="1"/>
          <p:nvPr/>
        </p:nvSpPr>
        <p:spPr>
          <a:xfrm>
            <a:off x="-2488640" y="4525963"/>
            <a:ext cx="23265280" cy="1111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0" u="none" cap="none" strike="noStrike">
                <a:solidFill>
                  <a:srgbClr val="FFD21F"/>
                </a:solidFill>
                <a:latin typeface="Noto Sans"/>
                <a:ea typeface="Noto Sans"/>
                <a:cs typeface="Noto Sans"/>
                <a:sym typeface="Noto Sans"/>
              </a:rPr>
              <a:t>Cảm ơn thầy và các bạn đã lắng nghe</a:t>
            </a:r>
            <a:endParaRPr/>
          </a:p>
        </p:txBody>
      </p:sp>
      <p:grpSp>
        <p:nvGrpSpPr>
          <p:cNvPr id="1129" name="Google Shape;1129;p50"/>
          <p:cNvGrpSpPr/>
          <p:nvPr/>
        </p:nvGrpSpPr>
        <p:grpSpPr>
          <a:xfrm>
            <a:off x="268478" y="2651"/>
            <a:ext cx="10972581" cy="1687711"/>
            <a:chOff x="0" y="-38100"/>
            <a:chExt cx="2889898" cy="444500"/>
          </a:xfrm>
        </p:grpSpPr>
        <p:sp>
          <p:nvSpPr>
            <p:cNvPr id="1130" name="Google Shape;1130;p50"/>
            <p:cNvSpPr/>
            <p:nvPr/>
          </p:nvSpPr>
          <p:spPr>
            <a:xfrm>
              <a:off x="0" y="0"/>
              <a:ext cx="2889898" cy="406400"/>
            </a:xfrm>
            <a:custGeom>
              <a:rect b="b" l="l" r="r" t="t"/>
              <a:pathLst>
                <a:path extrusionOk="0" h="406400" w="2889898">
                  <a:moveTo>
                    <a:pt x="0" y="0"/>
                  </a:moveTo>
                  <a:lnTo>
                    <a:pt x="2889898" y="0"/>
                  </a:lnTo>
                  <a:lnTo>
                    <a:pt x="2889898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F4974"/>
            </a:solidFill>
            <a:ln>
              <a:noFill/>
            </a:ln>
          </p:spPr>
        </p:sp>
        <p:sp>
          <p:nvSpPr>
            <p:cNvPr id="1131" name="Google Shape;1131;p50"/>
            <p:cNvSpPr txBox="1"/>
            <p:nvPr/>
          </p:nvSpPr>
          <p:spPr>
            <a:xfrm>
              <a:off x="0" y="-38100"/>
              <a:ext cx="2889898" cy="44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2" name="Google Shape;1132;p50"/>
          <p:cNvSpPr/>
          <p:nvPr/>
        </p:nvSpPr>
        <p:spPr>
          <a:xfrm>
            <a:off x="532281" y="500446"/>
            <a:ext cx="9187025" cy="1056508"/>
          </a:xfrm>
          <a:custGeom>
            <a:rect b="b" l="l" r="r" t="t"/>
            <a:pathLst>
              <a:path extrusionOk="0" h="1056508" w="9187025">
                <a:moveTo>
                  <a:pt x="0" y="0"/>
                </a:moveTo>
                <a:lnTo>
                  <a:pt x="9187025" y="0"/>
                </a:lnTo>
                <a:lnTo>
                  <a:pt x="9187025" y="1056508"/>
                </a:lnTo>
                <a:lnTo>
                  <a:pt x="0" y="1056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3" name="Google Shape;1133;p50"/>
          <p:cNvSpPr txBox="1"/>
          <p:nvPr/>
        </p:nvSpPr>
        <p:spPr>
          <a:xfrm>
            <a:off x="5209480" y="3488466"/>
            <a:ext cx="7869039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Nhóm 5 anh em siêu nhân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